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0" r:id="rId2"/>
    <p:sldMasterId id="2147483713" r:id="rId3"/>
  </p:sldMasterIdLst>
  <p:notesMasterIdLst>
    <p:notesMasterId r:id="rId9"/>
  </p:notesMasterIdLst>
  <p:sldIdLst>
    <p:sldId id="303" r:id="rId4"/>
    <p:sldId id="5743" r:id="rId5"/>
    <p:sldId id="256" r:id="rId6"/>
    <p:sldId id="5740" r:id="rId7"/>
    <p:sldId id="32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5AA5"/>
    <a:srgbClr val="335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 autoAdjust="0"/>
    <p:restoredTop sz="94629"/>
  </p:normalViewPr>
  <p:slideViewPr>
    <p:cSldViewPr snapToGrid="0">
      <p:cViewPr varScale="1">
        <p:scale>
          <a:sx n="88" d="100"/>
          <a:sy n="88" d="100"/>
        </p:scale>
        <p:origin x="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2E86E-85A8-4A15-989C-B2A1E813423D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E38E-0389-4F47-81D1-E8A63CB88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8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0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7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67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16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34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199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63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77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87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33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511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159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8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2459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55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457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C8678D-BBAE-CE2A-C163-79EDB02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615" y="-1207310"/>
            <a:ext cx="9272620" cy="92726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C9ADE-A02E-44F5-8B96-526A206169CD}"/>
              </a:ext>
            </a:extLst>
          </p:cNvPr>
          <p:cNvSpPr/>
          <p:nvPr userDrawn="1"/>
        </p:nvSpPr>
        <p:spPr>
          <a:xfrm rot="2700000">
            <a:off x="5253032" y="-3401284"/>
            <a:ext cx="4019284" cy="4019284"/>
          </a:xfrm>
          <a:prstGeom prst="round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A34921-02C8-CC23-331B-E1924605A842}"/>
              </a:ext>
            </a:extLst>
          </p:cNvPr>
          <p:cNvSpPr/>
          <p:nvPr userDrawn="1"/>
        </p:nvSpPr>
        <p:spPr>
          <a:xfrm rot="2700000">
            <a:off x="4405706" y="5707760"/>
            <a:ext cx="4440207" cy="4440207"/>
          </a:xfrm>
          <a:prstGeom prst="roundRect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1044423-BE5C-1A7A-96CC-96CBCE8D8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449" y="3648823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IN" dirty="0"/>
              <a:t>www.tessolve.com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6222E599-8782-579B-51C0-35B778C7C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129" y="4192894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FC3A1-8D2D-079B-308C-4FA3D8A1B4CC}"/>
              </a:ext>
            </a:extLst>
          </p:cNvPr>
          <p:cNvGrpSpPr/>
          <p:nvPr userDrawn="1"/>
        </p:nvGrpSpPr>
        <p:grpSpPr>
          <a:xfrm>
            <a:off x="399878" y="3562495"/>
            <a:ext cx="431817" cy="1557418"/>
            <a:chOff x="-862032" y="4510624"/>
            <a:chExt cx="536876" cy="1936332"/>
          </a:xfrm>
        </p:grpSpPr>
        <p:sp>
          <p:nvSpPr>
            <p:cNvPr id="24" name="Google Shape;4992;p63">
              <a:extLst>
                <a:ext uri="{FF2B5EF4-FFF2-40B4-BE49-F238E27FC236}">
                  <a16:creationId xmlns:a16="http://schemas.microsoft.com/office/drawing/2014/main" id="{DAE97957-468F-7460-B4DD-A864AC1E4845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5" name="Google Shape;4978;p63">
              <a:extLst>
                <a:ext uri="{FF2B5EF4-FFF2-40B4-BE49-F238E27FC236}">
                  <a16:creationId xmlns:a16="http://schemas.microsoft.com/office/drawing/2014/main" id="{028DEB9A-5EE1-E0EC-9DC1-9A29B8F8E74E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6" name="Google Shape;4979;p63">
              <a:extLst>
                <a:ext uri="{FF2B5EF4-FFF2-40B4-BE49-F238E27FC236}">
                  <a16:creationId xmlns:a16="http://schemas.microsoft.com/office/drawing/2014/main" id="{9C340A9C-4B77-4D2F-C7BE-4C23B6B699D5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E33E1B-0000-7591-CBAE-46412ABA0D88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F77A92C-8A3F-DF7F-829E-478FACAFB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129" y="4802676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96AE76-45E3-8DA2-A451-426EB4B99E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89" y="359725"/>
            <a:ext cx="3499658" cy="915661"/>
          </a:xfrm>
          <a:prstGeom prst="rect">
            <a:avLst/>
          </a:prstGeom>
        </p:spPr>
      </p:pic>
      <p:sp>
        <p:nvSpPr>
          <p:cNvPr id="116" name="Title 4">
            <a:extLst>
              <a:ext uri="{FF2B5EF4-FFF2-40B4-BE49-F238E27FC236}">
                <a16:creationId xmlns:a16="http://schemas.microsoft.com/office/drawing/2014/main" id="{747D96F8-4357-4CA5-76A8-D5FF2FA03B90}"/>
              </a:ext>
            </a:extLst>
          </p:cNvPr>
          <p:cNvSpPr txBox="1">
            <a:spLocks/>
          </p:cNvSpPr>
          <p:nvPr userDrawn="1"/>
        </p:nvSpPr>
        <p:spPr>
          <a:xfrm>
            <a:off x="235154" y="6083632"/>
            <a:ext cx="895209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17" name="Title 4">
            <a:extLst>
              <a:ext uri="{FF2B5EF4-FFF2-40B4-BE49-F238E27FC236}">
                <a16:creationId xmlns:a16="http://schemas.microsoft.com/office/drawing/2014/main" id="{334AA73B-AA4F-A4BC-412D-50A971F5E6D6}"/>
              </a:ext>
            </a:extLst>
          </p:cNvPr>
          <p:cNvSpPr txBox="1">
            <a:spLocks/>
          </p:cNvSpPr>
          <p:nvPr userDrawn="1"/>
        </p:nvSpPr>
        <p:spPr>
          <a:xfrm>
            <a:off x="1096399" y="6083632"/>
            <a:ext cx="1077653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18" name="Title 4">
            <a:extLst>
              <a:ext uri="{FF2B5EF4-FFF2-40B4-BE49-F238E27FC236}">
                <a16:creationId xmlns:a16="http://schemas.microsoft.com/office/drawing/2014/main" id="{B2DEAE46-034B-924D-9889-E9872C2A8F5E}"/>
              </a:ext>
            </a:extLst>
          </p:cNvPr>
          <p:cNvSpPr txBox="1">
            <a:spLocks/>
          </p:cNvSpPr>
          <p:nvPr userDrawn="1"/>
        </p:nvSpPr>
        <p:spPr>
          <a:xfrm>
            <a:off x="2145757" y="6083632"/>
            <a:ext cx="946252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19" name="Title 4">
            <a:extLst>
              <a:ext uri="{FF2B5EF4-FFF2-40B4-BE49-F238E27FC236}">
                <a16:creationId xmlns:a16="http://schemas.microsoft.com/office/drawing/2014/main" id="{B5F254A1-CD7B-6B41-5496-52E56E0D9EF2}"/>
              </a:ext>
            </a:extLst>
          </p:cNvPr>
          <p:cNvSpPr txBox="1">
            <a:spLocks/>
          </p:cNvSpPr>
          <p:nvPr userDrawn="1"/>
        </p:nvSpPr>
        <p:spPr>
          <a:xfrm>
            <a:off x="3109521" y="6083632"/>
            <a:ext cx="954365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135BFA-75DF-F09A-9FFF-1309486AF428}"/>
              </a:ext>
            </a:extLst>
          </p:cNvPr>
          <p:cNvGrpSpPr/>
          <p:nvPr userDrawn="1"/>
        </p:nvGrpSpPr>
        <p:grpSpPr>
          <a:xfrm>
            <a:off x="471634" y="5505376"/>
            <a:ext cx="422248" cy="418149"/>
            <a:chOff x="6913259" y="5507033"/>
            <a:chExt cx="296646" cy="293767"/>
          </a:xfrm>
          <a:solidFill>
            <a:srgbClr val="02ACED"/>
          </a:solidFill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2F46407-8017-6F6F-4D53-F1271AC36DE9}"/>
                </a:ext>
              </a:extLst>
            </p:cNvPr>
            <p:cNvSpPr/>
            <p:nvPr/>
          </p:nvSpPr>
          <p:spPr>
            <a:xfrm>
              <a:off x="6962874" y="5555662"/>
              <a:ext cx="194315" cy="194315"/>
            </a:xfrm>
            <a:custGeom>
              <a:avLst/>
              <a:gdLst>
                <a:gd name="connsiteX0" fmla="*/ 170912 w 194315"/>
                <a:gd name="connsiteY0" fmla="*/ 194316 h 194315"/>
                <a:gd name="connsiteX1" fmla="*/ 23409 w 194315"/>
                <a:gd name="connsiteY1" fmla="*/ 194316 h 194315"/>
                <a:gd name="connsiteX2" fmla="*/ 6867 w 194315"/>
                <a:gd name="connsiteY2" fmla="*/ 187452 h 194315"/>
                <a:gd name="connsiteX3" fmla="*/ 0 w 194315"/>
                <a:gd name="connsiteY3" fmla="*/ 170913 h 194315"/>
                <a:gd name="connsiteX4" fmla="*/ 0 w 194315"/>
                <a:gd name="connsiteY4" fmla="*/ 23409 h 194315"/>
                <a:gd name="connsiteX5" fmla="*/ 6866 w 194315"/>
                <a:gd name="connsiteY5" fmla="*/ 6866 h 194315"/>
                <a:gd name="connsiteX6" fmla="*/ 23409 w 194315"/>
                <a:gd name="connsiteY6" fmla="*/ 0 h 194315"/>
                <a:gd name="connsiteX7" fmla="*/ 170912 w 194315"/>
                <a:gd name="connsiteY7" fmla="*/ 0 h 194315"/>
                <a:gd name="connsiteX8" fmla="*/ 187454 w 194315"/>
                <a:gd name="connsiteY8" fmla="*/ 6866 h 194315"/>
                <a:gd name="connsiteX9" fmla="*/ 194316 w 194315"/>
                <a:gd name="connsiteY9" fmla="*/ 23409 h 194315"/>
                <a:gd name="connsiteX10" fmla="*/ 194316 w 194315"/>
                <a:gd name="connsiteY10" fmla="*/ 170913 h 194315"/>
                <a:gd name="connsiteX11" fmla="*/ 187452 w 194315"/>
                <a:gd name="connsiteY11" fmla="*/ 187452 h 194315"/>
                <a:gd name="connsiteX12" fmla="*/ 170912 w 194315"/>
                <a:gd name="connsiteY12" fmla="*/ 194316 h 194315"/>
                <a:gd name="connsiteX13" fmla="*/ 170912 w 194315"/>
                <a:gd name="connsiteY13" fmla="*/ 194316 h 194315"/>
                <a:gd name="connsiteX14" fmla="*/ 23409 w 194315"/>
                <a:gd name="connsiteY14" fmla="*/ 10126 h 194315"/>
                <a:gd name="connsiteX15" fmla="*/ 14017 w 194315"/>
                <a:gd name="connsiteY15" fmla="*/ 14023 h 194315"/>
                <a:gd name="connsiteX16" fmla="*/ 10120 w 194315"/>
                <a:gd name="connsiteY16" fmla="*/ 23413 h 194315"/>
                <a:gd name="connsiteX17" fmla="*/ 10120 w 194315"/>
                <a:gd name="connsiteY17" fmla="*/ 170918 h 194315"/>
                <a:gd name="connsiteX18" fmla="*/ 14019 w 194315"/>
                <a:gd name="connsiteY18" fmla="*/ 180305 h 194315"/>
                <a:gd name="connsiteX19" fmla="*/ 23409 w 194315"/>
                <a:gd name="connsiteY19" fmla="*/ 184200 h 194315"/>
                <a:gd name="connsiteX20" fmla="*/ 170912 w 194315"/>
                <a:gd name="connsiteY20" fmla="*/ 184200 h 194315"/>
                <a:gd name="connsiteX21" fmla="*/ 180299 w 194315"/>
                <a:gd name="connsiteY21" fmla="*/ 180304 h 194315"/>
                <a:gd name="connsiteX22" fmla="*/ 184195 w 194315"/>
                <a:gd name="connsiteY22" fmla="*/ 170918 h 194315"/>
                <a:gd name="connsiteX23" fmla="*/ 184195 w 194315"/>
                <a:gd name="connsiteY23" fmla="*/ 23409 h 194315"/>
                <a:gd name="connsiteX24" fmla="*/ 180301 w 194315"/>
                <a:gd name="connsiteY24" fmla="*/ 14019 h 194315"/>
                <a:gd name="connsiteX25" fmla="*/ 170912 w 194315"/>
                <a:gd name="connsiteY25" fmla="*/ 10121 h 194315"/>
                <a:gd name="connsiteX26" fmla="*/ 23409 w 194315"/>
                <a:gd name="connsiteY26" fmla="*/ 10126 h 19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4315" h="194315">
                  <a:moveTo>
                    <a:pt x="170912" y="194316"/>
                  </a:moveTo>
                  <a:lnTo>
                    <a:pt x="23409" y="194316"/>
                  </a:lnTo>
                  <a:cubicBezTo>
                    <a:pt x="17204" y="194307"/>
                    <a:pt x="11255" y="191839"/>
                    <a:pt x="6867" y="187452"/>
                  </a:cubicBezTo>
                  <a:cubicBezTo>
                    <a:pt x="2479" y="183066"/>
                    <a:pt x="10" y="177117"/>
                    <a:pt x="0" y="170913"/>
                  </a:cubicBezTo>
                  <a:lnTo>
                    <a:pt x="0" y="23409"/>
                  </a:lnTo>
                  <a:cubicBezTo>
                    <a:pt x="9" y="17203"/>
                    <a:pt x="2477" y="11254"/>
                    <a:pt x="6866" y="6866"/>
                  </a:cubicBezTo>
                  <a:cubicBezTo>
                    <a:pt x="11254" y="2477"/>
                    <a:pt x="17203" y="9"/>
                    <a:pt x="23409" y="0"/>
                  </a:cubicBezTo>
                  <a:lnTo>
                    <a:pt x="170912" y="0"/>
                  </a:lnTo>
                  <a:cubicBezTo>
                    <a:pt x="177117" y="9"/>
                    <a:pt x="183066" y="2477"/>
                    <a:pt x="187454" y="6866"/>
                  </a:cubicBezTo>
                  <a:cubicBezTo>
                    <a:pt x="191841" y="11254"/>
                    <a:pt x="194309" y="17203"/>
                    <a:pt x="194316" y="23409"/>
                  </a:cubicBezTo>
                  <a:lnTo>
                    <a:pt x="194316" y="170913"/>
                  </a:lnTo>
                  <a:cubicBezTo>
                    <a:pt x="194307" y="177116"/>
                    <a:pt x="191839" y="183065"/>
                    <a:pt x="187452" y="187452"/>
                  </a:cubicBezTo>
                  <a:cubicBezTo>
                    <a:pt x="183065" y="191839"/>
                    <a:pt x="177116" y="194307"/>
                    <a:pt x="170912" y="194316"/>
                  </a:cubicBezTo>
                  <a:lnTo>
                    <a:pt x="170912" y="194316"/>
                  </a:lnTo>
                  <a:close/>
                  <a:moveTo>
                    <a:pt x="23409" y="10126"/>
                  </a:moveTo>
                  <a:cubicBezTo>
                    <a:pt x="19885" y="10130"/>
                    <a:pt x="16508" y="11531"/>
                    <a:pt x="14017" y="14023"/>
                  </a:cubicBezTo>
                  <a:cubicBezTo>
                    <a:pt x="11526" y="16513"/>
                    <a:pt x="10124" y="19891"/>
                    <a:pt x="10120" y="23413"/>
                  </a:cubicBezTo>
                  <a:lnTo>
                    <a:pt x="10120" y="170918"/>
                  </a:lnTo>
                  <a:cubicBezTo>
                    <a:pt x="10126" y="174440"/>
                    <a:pt x="11528" y="177816"/>
                    <a:pt x="14019" y="180305"/>
                  </a:cubicBezTo>
                  <a:cubicBezTo>
                    <a:pt x="16510" y="182795"/>
                    <a:pt x="19886" y="184196"/>
                    <a:pt x="23409" y="184200"/>
                  </a:cubicBezTo>
                  <a:lnTo>
                    <a:pt x="170912" y="184200"/>
                  </a:lnTo>
                  <a:cubicBezTo>
                    <a:pt x="174433" y="184195"/>
                    <a:pt x="177809" y="182793"/>
                    <a:pt x="180299" y="180304"/>
                  </a:cubicBezTo>
                  <a:cubicBezTo>
                    <a:pt x="182789" y="177814"/>
                    <a:pt x="184190" y="174439"/>
                    <a:pt x="184195" y="170918"/>
                  </a:cubicBezTo>
                  <a:lnTo>
                    <a:pt x="184195" y="23409"/>
                  </a:lnTo>
                  <a:cubicBezTo>
                    <a:pt x="184191" y="19886"/>
                    <a:pt x="182790" y="16510"/>
                    <a:pt x="180301" y="14019"/>
                  </a:cubicBezTo>
                  <a:cubicBezTo>
                    <a:pt x="177811" y="11528"/>
                    <a:pt x="174434" y="10126"/>
                    <a:pt x="170912" y="10121"/>
                  </a:cubicBezTo>
                  <a:lnTo>
                    <a:pt x="23409" y="101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7DC69E2-0253-C8B5-C184-77E2098FAE58}"/>
                </a:ext>
              </a:extLst>
            </p:cNvPr>
            <p:cNvSpPr/>
            <p:nvPr/>
          </p:nvSpPr>
          <p:spPr>
            <a:xfrm>
              <a:off x="6986929" y="5577577"/>
              <a:ext cx="149629" cy="149629"/>
            </a:xfrm>
            <a:custGeom>
              <a:avLst/>
              <a:gdLst>
                <a:gd name="connsiteX0" fmla="*/ 149619 w 149629"/>
                <a:gd name="connsiteY0" fmla="*/ 149629 h 149629"/>
                <a:gd name="connsiteX1" fmla="*/ 0 w 149629"/>
                <a:gd name="connsiteY1" fmla="*/ 149629 h 149629"/>
                <a:gd name="connsiteX2" fmla="*/ 0 w 149629"/>
                <a:gd name="connsiteY2" fmla="*/ 0 h 149629"/>
                <a:gd name="connsiteX3" fmla="*/ 149629 w 149629"/>
                <a:gd name="connsiteY3" fmla="*/ 0 h 149629"/>
                <a:gd name="connsiteX4" fmla="*/ 149619 w 149629"/>
                <a:gd name="connsiteY4" fmla="*/ 149629 h 149629"/>
                <a:gd name="connsiteX5" fmla="*/ 10111 w 149629"/>
                <a:gd name="connsiteY5" fmla="*/ 139509 h 149629"/>
                <a:gd name="connsiteX6" fmla="*/ 139498 w 149629"/>
                <a:gd name="connsiteY6" fmla="*/ 139509 h 149629"/>
                <a:gd name="connsiteX7" fmla="*/ 139498 w 149629"/>
                <a:gd name="connsiteY7" fmla="*/ 10120 h 149629"/>
                <a:gd name="connsiteX8" fmla="*/ 10120 w 149629"/>
                <a:gd name="connsiteY8" fmla="*/ 10120 h 149629"/>
                <a:gd name="connsiteX9" fmla="*/ 10111 w 149629"/>
                <a:gd name="connsiteY9" fmla="*/ 139509 h 14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629" h="149629">
                  <a:moveTo>
                    <a:pt x="149619" y="149629"/>
                  </a:moveTo>
                  <a:lnTo>
                    <a:pt x="0" y="149629"/>
                  </a:lnTo>
                  <a:lnTo>
                    <a:pt x="0" y="0"/>
                  </a:lnTo>
                  <a:lnTo>
                    <a:pt x="149629" y="0"/>
                  </a:lnTo>
                  <a:lnTo>
                    <a:pt x="149619" y="149629"/>
                  </a:lnTo>
                  <a:close/>
                  <a:moveTo>
                    <a:pt x="10111" y="139509"/>
                  </a:moveTo>
                  <a:lnTo>
                    <a:pt x="139498" y="139509"/>
                  </a:lnTo>
                  <a:lnTo>
                    <a:pt x="139498" y="10120"/>
                  </a:lnTo>
                  <a:lnTo>
                    <a:pt x="10120" y="10120"/>
                  </a:lnTo>
                  <a:lnTo>
                    <a:pt x="10111" y="139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E4D37C1-378D-36F2-91B6-193F4CB4440B}"/>
                </a:ext>
              </a:extLst>
            </p:cNvPr>
            <p:cNvSpPr/>
            <p:nvPr/>
          </p:nvSpPr>
          <p:spPr>
            <a:xfrm>
              <a:off x="7010407" y="5600460"/>
              <a:ext cx="49381" cy="49387"/>
            </a:xfrm>
            <a:custGeom>
              <a:avLst/>
              <a:gdLst>
                <a:gd name="connsiteX0" fmla="*/ 49381 w 49381"/>
                <a:gd name="connsiteY0" fmla="*/ 49387 h 49387"/>
                <a:gd name="connsiteX1" fmla="*/ 0 w 49381"/>
                <a:gd name="connsiteY1" fmla="*/ 49387 h 49387"/>
                <a:gd name="connsiteX2" fmla="*/ 0 w 49381"/>
                <a:gd name="connsiteY2" fmla="*/ 0 h 49387"/>
                <a:gd name="connsiteX3" fmla="*/ 49381 w 49381"/>
                <a:gd name="connsiteY3" fmla="*/ 0 h 49387"/>
                <a:gd name="connsiteX4" fmla="*/ 49381 w 49381"/>
                <a:gd name="connsiteY4" fmla="*/ 49387 h 49387"/>
                <a:gd name="connsiteX5" fmla="*/ 10125 w 49381"/>
                <a:gd name="connsiteY5" fmla="*/ 39267 h 49387"/>
                <a:gd name="connsiteX6" fmla="*/ 39261 w 49381"/>
                <a:gd name="connsiteY6" fmla="*/ 39267 h 49387"/>
                <a:gd name="connsiteX7" fmla="*/ 39261 w 49381"/>
                <a:gd name="connsiteY7" fmla="*/ 10120 h 49387"/>
                <a:gd name="connsiteX8" fmla="*/ 10120 w 49381"/>
                <a:gd name="connsiteY8" fmla="*/ 10120 h 49387"/>
                <a:gd name="connsiteX9" fmla="*/ 10125 w 49381"/>
                <a:gd name="connsiteY9" fmla="*/ 3926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7">
                  <a:moveTo>
                    <a:pt x="49381" y="49387"/>
                  </a:moveTo>
                  <a:lnTo>
                    <a:pt x="0" y="49387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7"/>
                  </a:lnTo>
                  <a:close/>
                  <a:moveTo>
                    <a:pt x="10125" y="39267"/>
                  </a:moveTo>
                  <a:lnTo>
                    <a:pt x="39261" y="39267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6D06171-805A-DCB4-391B-FC426ECACB9E}"/>
                </a:ext>
              </a:extLst>
            </p:cNvPr>
            <p:cNvSpPr/>
            <p:nvPr/>
          </p:nvSpPr>
          <p:spPr>
            <a:xfrm>
              <a:off x="7010407" y="5656121"/>
              <a:ext cx="49381" cy="49382"/>
            </a:xfrm>
            <a:custGeom>
              <a:avLst/>
              <a:gdLst>
                <a:gd name="connsiteX0" fmla="*/ 49381 w 49381"/>
                <a:gd name="connsiteY0" fmla="*/ 49382 h 49382"/>
                <a:gd name="connsiteX1" fmla="*/ 0 w 49381"/>
                <a:gd name="connsiteY1" fmla="*/ 49382 h 49382"/>
                <a:gd name="connsiteX2" fmla="*/ 0 w 49381"/>
                <a:gd name="connsiteY2" fmla="*/ 0 h 49382"/>
                <a:gd name="connsiteX3" fmla="*/ 49381 w 49381"/>
                <a:gd name="connsiteY3" fmla="*/ 0 h 49382"/>
                <a:gd name="connsiteX4" fmla="*/ 49381 w 49381"/>
                <a:gd name="connsiteY4" fmla="*/ 49382 h 49382"/>
                <a:gd name="connsiteX5" fmla="*/ 10125 w 49381"/>
                <a:gd name="connsiteY5" fmla="*/ 39262 h 49382"/>
                <a:gd name="connsiteX6" fmla="*/ 39261 w 49381"/>
                <a:gd name="connsiteY6" fmla="*/ 39262 h 49382"/>
                <a:gd name="connsiteX7" fmla="*/ 39261 w 49381"/>
                <a:gd name="connsiteY7" fmla="*/ 10120 h 49382"/>
                <a:gd name="connsiteX8" fmla="*/ 10120 w 49381"/>
                <a:gd name="connsiteY8" fmla="*/ 10120 h 49382"/>
                <a:gd name="connsiteX9" fmla="*/ 10125 w 49381"/>
                <a:gd name="connsiteY9" fmla="*/ 39262 h 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2">
                  <a:moveTo>
                    <a:pt x="49381" y="49382"/>
                  </a:moveTo>
                  <a:lnTo>
                    <a:pt x="0" y="49382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2"/>
                  </a:lnTo>
                  <a:close/>
                  <a:moveTo>
                    <a:pt x="10125" y="39262"/>
                  </a:moveTo>
                  <a:lnTo>
                    <a:pt x="39261" y="39262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DFD132-9133-C85F-8556-FE5EAA46F1A7}"/>
                </a:ext>
              </a:extLst>
            </p:cNvPr>
            <p:cNvSpPr/>
            <p:nvPr/>
          </p:nvSpPr>
          <p:spPr>
            <a:xfrm>
              <a:off x="6913259" y="5583680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A0F3E4-86DF-A5C5-7E8F-9F9B2AFEB13E}"/>
                </a:ext>
              </a:extLst>
            </p:cNvPr>
            <p:cNvSpPr/>
            <p:nvPr/>
          </p:nvSpPr>
          <p:spPr>
            <a:xfrm>
              <a:off x="6913259" y="5648456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45C51D-1C0E-AE90-9531-3E12594D27C5}"/>
                </a:ext>
              </a:extLst>
            </p:cNvPr>
            <p:cNvSpPr/>
            <p:nvPr/>
          </p:nvSpPr>
          <p:spPr>
            <a:xfrm>
              <a:off x="6913259" y="5713271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0A9517E-2637-115E-9B6B-C197A896D511}"/>
                </a:ext>
              </a:extLst>
            </p:cNvPr>
            <p:cNvSpPr/>
            <p:nvPr/>
          </p:nvSpPr>
          <p:spPr>
            <a:xfrm>
              <a:off x="6937648" y="5614599"/>
              <a:ext cx="31691" cy="10119"/>
            </a:xfrm>
            <a:custGeom>
              <a:avLst/>
              <a:gdLst>
                <a:gd name="connsiteX0" fmla="*/ 0 w 31691"/>
                <a:gd name="connsiteY0" fmla="*/ 0 h 10119"/>
                <a:gd name="connsiteX1" fmla="*/ 31692 w 31691"/>
                <a:gd name="connsiteY1" fmla="*/ 0 h 10119"/>
                <a:gd name="connsiteX2" fmla="*/ 31692 w 31691"/>
                <a:gd name="connsiteY2" fmla="*/ 10119 h 10119"/>
                <a:gd name="connsiteX3" fmla="*/ 0 w 31691"/>
                <a:gd name="connsiteY3" fmla="*/ 10119 h 10119"/>
                <a:gd name="connsiteX4" fmla="*/ 0 w 31691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19">
                  <a:moveTo>
                    <a:pt x="0" y="0"/>
                  </a:moveTo>
                  <a:lnTo>
                    <a:pt x="31692" y="0"/>
                  </a:lnTo>
                  <a:lnTo>
                    <a:pt x="31692" y="10119"/>
                  </a:lnTo>
                  <a:lnTo>
                    <a:pt x="0" y="10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51A723A-2DDB-8411-4EC2-EBB17709F419}"/>
                </a:ext>
              </a:extLst>
            </p:cNvPr>
            <p:cNvSpPr/>
            <p:nvPr/>
          </p:nvSpPr>
          <p:spPr>
            <a:xfrm>
              <a:off x="6937648" y="5679375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3CCC72F-0C64-69AF-EF4A-42C27A080A30}"/>
                </a:ext>
              </a:extLst>
            </p:cNvPr>
            <p:cNvSpPr/>
            <p:nvPr/>
          </p:nvSpPr>
          <p:spPr>
            <a:xfrm>
              <a:off x="7155235" y="5584609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8D66784-5D31-358B-42ED-28241066283A}"/>
                </a:ext>
              </a:extLst>
            </p:cNvPr>
            <p:cNvSpPr/>
            <p:nvPr/>
          </p:nvSpPr>
          <p:spPr>
            <a:xfrm>
              <a:off x="7155235" y="5649387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6BE3988-5D1A-1EAF-348E-35EE4FF608A7}"/>
                </a:ext>
              </a:extLst>
            </p:cNvPr>
            <p:cNvSpPr/>
            <p:nvPr/>
          </p:nvSpPr>
          <p:spPr>
            <a:xfrm>
              <a:off x="7155235" y="5714202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92C0CB3-59BA-7D6E-072D-26E17F0D7B53}"/>
                </a:ext>
              </a:extLst>
            </p:cNvPr>
            <p:cNvSpPr/>
            <p:nvPr/>
          </p:nvSpPr>
          <p:spPr>
            <a:xfrm>
              <a:off x="7153840" y="5615528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893230C-ED04-0023-0B6F-DF32D8ED69B0}"/>
                </a:ext>
              </a:extLst>
            </p:cNvPr>
            <p:cNvSpPr/>
            <p:nvPr/>
          </p:nvSpPr>
          <p:spPr>
            <a:xfrm>
              <a:off x="7153840" y="5680306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4B5D021-55F2-898F-04FA-6F9D6D9C5268}"/>
                </a:ext>
              </a:extLst>
            </p:cNvPr>
            <p:cNvSpPr/>
            <p:nvPr/>
          </p:nvSpPr>
          <p:spPr>
            <a:xfrm>
              <a:off x="7119070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DD0EAD7-FC4C-8624-3CED-87007B68BE36}"/>
                </a:ext>
              </a:extLst>
            </p:cNvPr>
            <p:cNvSpPr/>
            <p:nvPr/>
          </p:nvSpPr>
          <p:spPr>
            <a:xfrm>
              <a:off x="7054273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677821F-AC30-DBAD-2ABB-976E6F226FAD}"/>
                </a:ext>
              </a:extLst>
            </p:cNvPr>
            <p:cNvSpPr/>
            <p:nvPr/>
          </p:nvSpPr>
          <p:spPr>
            <a:xfrm>
              <a:off x="6989478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8CE2963-52FC-FB3D-8367-C9F524E894E0}"/>
                </a:ext>
              </a:extLst>
            </p:cNvPr>
            <p:cNvSpPr/>
            <p:nvPr/>
          </p:nvSpPr>
          <p:spPr>
            <a:xfrm>
              <a:off x="7088151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F8BC9BC-A894-E81F-56EB-F2FC3AEB1DE5}"/>
                </a:ext>
              </a:extLst>
            </p:cNvPr>
            <p:cNvSpPr/>
            <p:nvPr/>
          </p:nvSpPr>
          <p:spPr>
            <a:xfrm>
              <a:off x="7023354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789FEFF-7C25-09FD-6DA8-6714854C3E1E}"/>
                </a:ext>
              </a:extLst>
            </p:cNvPr>
            <p:cNvSpPr/>
            <p:nvPr/>
          </p:nvSpPr>
          <p:spPr>
            <a:xfrm>
              <a:off x="6991003" y="5507033"/>
              <a:ext cx="10121" cy="54669"/>
            </a:xfrm>
            <a:custGeom>
              <a:avLst/>
              <a:gdLst>
                <a:gd name="connsiteX0" fmla="*/ 0 w 10121"/>
                <a:gd name="connsiteY0" fmla="*/ 0 h 54669"/>
                <a:gd name="connsiteX1" fmla="*/ 10121 w 10121"/>
                <a:gd name="connsiteY1" fmla="*/ 0 h 54669"/>
                <a:gd name="connsiteX2" fmla="*/ 10121 w 10121"/>
                <a:gd name="connsiteY2" fmla="*/ 54670 h 54669"/>
                <a:gd name="connsiteX3" fmla="*/ 0 w 10121"/>
                <a:gd name="connsiteY3" fmla="*/ 54670 h 54669"/>
                <a:gd name="connsiteX4" fmla="*/ 0 w 10121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1" h="54669">
                  <a:moveTo>
                    <a:pt x="0" y="0"/>
                  </a:moveTo>
                  <a:lnTo>
                    <a:pt x="10121" y="0"/>
                  </a:lnTo>
                  <a:lnTo>
                    <a:pt x="10121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E061FA1-C92C-C1F0-5CBD-63F707712177}"/>
                </a:ext>
              </a:extLst>
            </p:cNvPr>
            <p:cNvSpPr/>
            <p:nvPr/>
          </p:nvSpPr>
          <p:spPr>
            <a:xfrm>
              <a:off x="7055780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EF04E74-3F5C-C551-BA12-09D5AE91EC8E}"/>
                </a:ext>
              </a:extLst>
            </p:cNvPr>
            <p:cNvSpPr/>
            <p:nvPr/>
          </p:nvSpPr>
          <p:spPr>
            <a:xfrm>
              <a:off x="7120577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9034D4C-8E07-23A0-EF20-F4419F25FFE5}"/>
                </a:ext>
              </a:extLst>
            </p:cNvPr>
            <p:cNvSpPr/>
            <p:nvPr/>
          </p:nvSpPr>
          <p:spPr>
            <a:xfrm>
              <a:off x="7021922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BFBD614-8E61-9FD5-5535-412F2181091F}"/>
                </a:ext>
              </a:extLst>
            </p:cNvPr>
            <p:cNvSpPr/>
            <p:nvPr/>
          </p:nvSpPr>
          <p:spPr>
            <a:xfrm>
              <a:off x="7086718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B511A1-C71A-CA31-D60F-7552A7940A9E}"/>
              </a:ext>
            </a:extLst>
          </p:cNvPr>
          <p:cNvGrpSpPr/>
          <p:nvPr userDrawn="1"/>
        </p:nvGrpSpPr>
        <p:grpSpPr>
          <a:xfrm>
            <a:off x="1471184" y="5561820"/>
            <a:ext cx="370901" cy="370901"/>
            <a:chOff x="8194292" y="5520241"/>
            <a:chExt cx="267890" cy="267890"/>
          </a:xfrm>
          <a:solidFill>
            <a:srgbClr val="02ACED"/>
          </a:solidFill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7FEBC61-FB6F-8A9F-638C-3B91E25D4E23}"/>
                </a:ext>
              </a:extLst>
            </p:cNvPr>
            <p:cNvSpPr/>
            <p:nvPr/>
          </p:nvSpPr>
          <p:spPr>
            <a:xfrm>
              <a:off x="8194292" y="5520241"/>
              <a:ext cx="267890" cy="267890"/>
            </a:xfrm>
            <a:custGeom>
              <a:avLst/>
              <a:gdLst>
                <a:gd name="connsiteX0" fmla="*/ 254496 w 267890"/>
                <a:gd name="connsiteY0" fmla="*/ 0 h 267890"/>
                <a:gd name="connsiteX1" fmla="*/ 13395 w 267890"/>
                <a:gd name="connsiteY1" fmla="*/ 0 h 267890"/>
                <a:gd name="connsiteX2" fmla="*/ 3928 w 267890"/>
                <a:gd name="connsiteY2" fmla="*/ 3928 h 267890"/>
                <a:gd name="connsiteX3" fmla="*/ 0 w 267890"/>
                <a:gd name="connsiteY3" fmla="*/ 13395 h 267890"/>
                <a:gd name="connsiteX4" fmla="*/ 0 w 267890"/>
                <a:gd name="connsiteY4" fmla="*/ 209848 h 267890"/>
                <a:gd name="connsiteX5" fmla="*/ 3928 w 267890"/>
                <a:gd name="connsiteY5" fmla="*/ 219314 h 267890"/>
                <a:gd name="connsiteX6" fmla="*/ 13395 w 267890"/>
                <a:gd name="connsiteY6" fmla="*/ 223242 h 267890"/>
                <a:gd name="connsiteX7" fmla="*/ 105620 w 267890"/>
                <a:gd name="connsiteY7" fmla="*/ 223242 h 267890"/>
                <a:gd name="connsiteX8" fmla="*/ 94904 w 267890"/>
                <a:gd name="connsiteY8" fmla="*/ 258961 h 267890"/>
                <a:gd name="connsiteX9" fmla="*/ 80367 w 267890"/>
                <a:gd name="connsiteY9" fmla="*/ 258961 h 267890"/>
                <a:gd name="connsiteX10" fmla="*/ 80367 w 267890"/>
                <a:gd name="connsiteY10" fmla="*/ 267891 h 267890"/>
                <a:gd name="connsiteX11" fmla="*/ 187523 w 267890"/>
                <a:gd name="connsiteY11" fmla="*/ 267891 h 267890"/>
                <a:gd name="connsiteX12" fmla="*/ 187523 w 267890"/>
                <a:gd name="connsiteY12" fmla="*/ 258961 h 267890"/>
                <a:gd name="connsiteX13" fmla="*/ 172986 w 267890"/>
                <a:gd name="connsiteY13" fmla="*/ 258961 h 267890"/>
                <a:gd name="connsiteX14" fmla="*/ 162271 w 267890"/>
                <a:gd name="connsiteY14" fmla="*/ 223242 h 267890"/>
                <a:gd name="connsiteX15" fmla="*/ 254496 w 267890"/>
                <a:gd name="connsiteY15" fmla="*/ 223242 h 267890"/>
                <a:gd name="connsiteX16" fmla="*/ 263963 w 267890"/>
                <a:gd name="connsiteY16" fmla="*/ 219314 h 267890"/>
                <a:gd name="connsiteX17" fmla="*/ 267891 w 267890"/>
                <a:gd name="connsiteY17" fmla="*/ 209848 h 267890"/>
                <a:gd name="connsiteX18" fmla="*/ 267891 w 267890"/>
                <a:gd name="connsiteY18" fmla="*/ 13395 h 267890"/>
                <a:gd name="connsiteX19" fmla="*/ 263963 w 267890"/>
                <a:gd name="connsiteY19" fmla="*/ 3928 h 267890"/>
                <a:gd name="connsiteX20" fmla="*/ 254496 w 267890"/>
                <a:gd name="connsiteY20" fmla="*/ 0 h 267890"/>
                <a:gd name="connsiteX21" fmla="*/ 254496 w 267890"/>
                <a:gd name="connsiteY21" fmla="*/ 0 h 267890"/>
                <a:gd name="connsiteX22" fmla="*/ 163663 w 267890"/>
                <a:gd name="connsiteY22" fmla="*/ 258961 h 267890"/>
                <a:gd name="connsiteX23" fmla="*/ 104227 w 267890"/>
                <a:gd name="connsiteY23" fmla="*/ 258961 h 267890"/>
                <a:gd name="connsiteX24" fmla="*/ 114943 w 267890"/>
                <a:gd name="connsiteY24" fmla="*/ 223242 h 267890"/>
                <a:gd name="connsiteX25" fmla="*/ 152948 w 267890"/>
                <a:gd name="connsiteY25" fmla="*/ 223242 h 267890"/>
                <a:gd name="connsiteX26" fmla="*/ 163663 w 267890"/>
                <a:gd name="connsiteY26" fmla="*/ 258961 h 267890"/>
                <a:gd name="connsiteX27" fmla="*/ 258961 w 267890"/>
                <a:gd name="connsiteY27" fmla="*/ 209848 h 267890"/>
                <a:gd name="connsiteX28" fmla="*/ 257651 w 267890"/>
                <a:gd name="connsiteY28" fmla="*/ 213003 h 267890"/>
                <a:gd name="connsiteX29" fmla="*/ 254496 w 267890"/>
                <a:gd name="connsiteY29" fmla="*/ 214313 h 267890"/>
                <a:gd name="connsiteX30" fmla="*/ 13395 w 267890"/>
                <a:gd name="connsiteY30" fmla="*/ 214313 h 267890"/>
                <a:gd name="connsiteX31" fmla="*/ 10239 w 267890"/>
                <a:gd name="connsiteY31" fmla="*/ 213003 h 267890"/>
                <a:gd name="connsiteX32" fmla="*/ 8930 w 267890"/>
                <a:gd name="connsiteY32" fmla="*/ 209848 h 267890"/>
                <a:gd name="connsiteX33" fmla="*/ 8930 w 267890"/>
                <a:gd name="connsiteY33" fmla="*/ 196453 h 267890"/>
                <a:gd name="connsiteX34" fmla="*/ 258961 w 267890"/>
                <a:gd name="connsiteY34" fmla="*/ 196453 h 267890"/>
                <a:gd name="connsiteX35" fmla="*/ 258961 w 267890"/>
                <a:gd name="connsiteY35" fmla="*/ 209848 h 267890"/>
                <a:gd name="connsiteX36" fmla="*/ 258961 w 267890"/>
                <a:gd name="connsiteY36" fmla="*/ 187523 h 267890"/>
                <a:gd name="connsiteX37" fmla="*/ 8930 w 267890"/>
                <a:gd name="connsiteY37" fmla="*/ 187523 h 267890"/>
                <a:gd name="connsiteX38" fmla="*/ 8930 w 267890"/>
                <a:gd name="connsiteY38" fmla="*/ 13395 h 267890"/>
                <a:gd name="connsiteX39" fmla="*/ 10239 w 267890"/>
                <a:gd name="connsiteY39" fmla="*/ 10239 h 267890"/>
                <a:gd name="connsiteX40" fmla="*/ 13395 w 267890"/>
                <a:gd name="connsiteY40" fmla="*/ 8930 h 267890"/>
                <a:gd name="connsiteX41" fmla="*/ 254496 w 267890"/>
                <a:gd name="connsiteY41" fmla="*/ 8930 h 267890"/>
                <a:gd name="connsiteX42" fmla="*/ 257651 w 267890"/>
                <a:gd name="connsiteY42" fmla="*/ 10239 h 267890"/>
                <a:gd name="connsiteX43" fmla="*/ 258961 w 267890"/>
                <a:gd name="connsiteY43" fmla="*/ 13395 h 267890"/>
                <a:gd name="connsiteX44" fmla="*/ 258961 w 267890"/>
                <a:gd name="connsiteY44" fmla="*/ 187523 h 26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7890" h="267890">
                  <a:moveTo>
                    <a:pt x="254496" y="0"/>
                  </a:moveTo>
                  <a:lnTo>
                    <a:pt x="13395" y="0"/>
                  </a:lnTo>
                  <a:cubicBezTo>
                    <a:pt x="9843" y="4"/>
                    <a:pt x="6439" y="1416"/>
                    <a:pt x="3928" y="3928"/>
                  </a:cubicBezTo>
                  <a:cubicBezTo>
                    <a:pt x="1416" y="6439"/>
                    <a:pt x="4" y="9843"/>
                    <a:pt x="0" y="13395"/>
                  </a:cubicBezTo>
                  <a:lnTo>
                    <a:pt x="0" y="209848"/>
                  </a:lnTo>
                  <a:cubicBezTo>
                    <a:pt x="4" y="213399"/>
                    <a:pt x="1416" y="216803"/>
                    <a:pt x="3928" y="219314"/>
                  </a:cubicBezTo>
                  <a:cubicBezTo>
                    <a:pt x="6439" y="221826"/>
                    <a:pt x="9843" y="223238"/>
                    <a:pt x="13395" y="223242"/>
                  </a:cubicBezTo>
                  <a:lnTo>
                    <a:pt x="105620" y="223242"/>
                  </a:lnTo>
                  <a:lnTo>
                    <a:pt x="94904" y="258961"/>
                  </a:lnTo>
                  <a:lnTo>
                    <a:pt x="80367" y="258961"/>
                  </a:lnTo>
                  <a:lnTo>
                    <a:pt x="80367" y="267891"/>
                  </a:lnTo>
                  <a:lnTo>
                    <a:pt x="187523" y="267891"/>
                  </a:lnTo>
                  <a:lnTo>
                    <a:pt x="187523" y="258961"/>
                  </a:lnTo>
                  <a:lnTo>
                    <a:pt x="172986" y="258961"/>
                  </a:lnTo>
                  <a:lnTo>
                    <a:pt x="162271" y="223242"/>
                  </a:lnTo>
                  <a:lnTo>
                    <a:pt x="254496" y="223242"/>
                  </a:lnTo>
                  <a:cubicBezTo>
                    <a:pt x="258047" y="223238"/>
                    <a:pt x="261452" y="221826"/>
                    <a:pt x="263963" y="219314"/>
                  </a:cubicBezTo>
                  <a:cubicBezTo>
                    <a:pt x="266474" y="216803"/>
                    <a:pt x="267887" y="213399"/>
                    <a:pt x="267891" y="209848"/>
                  </a:cubicBezTo>
                  <a:lnTo>
                    <a:pt x="267891" y="13395"/>
                  </a:lnTo>
                  <a:cubicBezTo>
                    <a:pt x="267887" y="9843"/>
                    <a:pt x="266474" y="6439"/>
                    <a:pt x="263963" y="3928"/>
                  </a:cubicBezTo>
                  <a:cubicBezTo>
                    <a:pt x="261452" y="1416"/>
                    <a:pt x="258047" y="4"/>
                    <a:pt x="254496" y="0"/>
                  </a:cubicBezTo>
                  <a:lnTo>
                    <a:pt x="254496" y="0"/>
                  </a:lnTo>
                  <a:close/>
                  <a:moveTo>
                    <a:pt x="163663" y="258961"/>
                  </a:moveTo>
                  <a:lnTo>
                    <a:pt x="104227" y="258961"/>
                  </a:lnTo>
                  <a:lnTo>
                    <a:pt x="114943" y="223242"/>
                  </a:lnTo>
                  <a:lnTo>
                    <a:pt x="152948" y="223242"/>
                  </a:lnTo>
                  <a:lnTo>
                    <a:pt x="163663" y="258961"/>
                  </a:lnTo>
                  <a:close/>
                  <a:moveTo>
                    <a:pt x="258961" y="209848"/>
                  </a:moveTo>
                  <a:cubicBezTo>
                    <a:pt x="258960" y="211031"/>
                    <a:pt x="258489" y="212167"/>
                    <a:pt x="257651" y="213003"/>
                  </a:cubicBezTo>
                  <a:cubicBezTo>
                    <a:pt x="256815" y="213840"/>
                    <a:pt x="255680" y="214312"/>
                    <a:pt x="254496" y="214313"/>
                  </a:cubicBezTo>
                  <a:lnTo>
                    <a:pt x="13395" y="214313"/>
                  </a:lnTo>
                  <a:cubicBezTo>
                    <a:pt x="12211" y="214312"/>
                    <a:pt x="11076" y="213840"/>
                    <a:pt x="10239" y="213003"/>
                  </a:cubicBezTo>
                  <a:cubicBezTo>
                    <a:pt x="9402" y="212167"/>
                    <a:pt x="8931" y="211031"/>
                    <a:pt x="8930" y="209848"/>
                  </a:cubicBezTo>
                  <a:lnTo>
                    <a:pt x="8930" y="196453"/>
                  </a:lnTo>
                  <a:lnTo>
                    <a:pt x="258961" y="196453"/>
                  </a:lnTo>
                  <a:lnTo>
                    <a:pt x="258961" y="209848"/>
                  </a:lnTo>
                  <a:close/>
                  <a:moveTo>
                    <a:pt x="258961" y="187523"/>
                  </a:moveTo>
                  <a:lnTo>
                    <a:pt x="8930" y="187523"/>
                  </a:lnTo>
                  <a:lnTo>
                    <a:pt x="8930" y="13395"/>
                  </a:lnTo>
                  <a:cubicBezTo>
                    <a:pt x="8931" y="12211"/>
                    <a:pt x="9402" y="11076"/>
                    <a:pt x="10239" y="10239"/>
                  </a:cubicBezTo>
                  <a:cubicBezTo>
                    <a:pt x="11076" y="9402"/>
                    <a:pt x="12211" y="8931"/>
                    <a:pt x="13395" y="8930"/>
                  </a:cubicBezTo>
                  <a:lnTo>
                    <a:pt x="254496" y="8930"/>
                  </a:lnTo>
                  <a:cubicBezTo>
                    <a:pt x="255680" y="8931"/>
                    <a:pt x="256815" y="9402"/>
                    <a:pt x="257651" y="10239"/>
                  </a:cubicBezTo>
                  <a:cubicBezTo>
                    <a:pt x="258489" y="11076"/>
                    <a:pt x="258960" y="12211"/>
                    <a:pt x="258961" y="13395"/>
                  </a:cubicBezTo>
                  <a:lnTo>
                    <a:pt x="258961" y="1875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CD93352-5505-BD84-E37F-90ACCB458E3B}"/>
                </a:ext>
              </a:extLst>
            </p:cNvPr>
            <p:cNvSpPr/>
            <p:nvPr/>
          </p:nvSpPr>
          <p:spPr>
            <a:xfrm>
              <a:off x="8283589" y="5578285"/>
              <a:ext cx="160734" cy="120550"/>
            </a:xfrm>
            <a:custGeom>
              <a:avLst/>
              <a:gdLst>
                <a:gd name="connsiteX0" fmla="*/ 147339 w 160734"/>
                <a:gd name="connsiteY0" fmla="*/ 17859 h 120550"/>
                <a:gd name="connsiteX1" fmla="*/ 88531 w 160734"/>
                <a:gd name="connsiteY1" fmla="*/ 17859 h 120550"/>
                <a:gd name="connsiteX2" fmla="*/ 86821 w 160734"/>
                <a:gd name="connsiteY2" fmla="*/ 17521 h 120550"/>
                <a:gd name="connsiteX3" fmla="*/ 85374 w 160734"/>
                <a:gd name="connsiteY3" fmla="*/ 16551 h 120550"/>
                <a:gd name="connsiteX4" fmla="*/ 72745 w 160734"/>
                <a:gd name="connsiteY4" fmla="*/ 3922 h 120550"/>
                <a:gd name="connsiteX5" fmla="*/ 68403 w 160734"/>
                <a:gd name="connsiteY5" fmla="*/ 1013 h 120550"/>
                <a:gd name="connsiteX6" fmla="*/ 63274 w 160734"/>
                <a:gd name="connsiteY6" fmla="*/ 0 h 120550"/>
                <a:gd name="connsiteX7" fmla="*/ 13395 w 160734"/>
                <a:gd name="connsiteY7" fmla="*/ 0 h 120550"/>
                <a:gd name="connsiteX8" fmla="*/ 3928 w 160734"/>
                <a:gd name="connsiteY8" fmla="*/ 3927 h 120550"/>
                <a:gd name="connsiteX9" fmla="*/ 0 w 160734"/>
                <a:gd name="connsiteY9" fmla="*/ 13394 h 120550"/>
                <a:gd name="connsiteX10" fmla="*/ 0 w 160734"/>
                <a:gd name="connsiteY10" fmla="*/ 107156 h 120550"/>
                <a:gd name="connsiteX11" fmla="*/ 3928 w 160734"/>
                <a:gd name="connsiteY11" fmla="*/ 116623 h 120550"/>
                <a:gd name="connsiteX12" fmla="*/ 13395 w 160734"/>
                <a:gd name="connsiteY12" fmla="*/ 120550 h 120550"/>
                <a:gd name="connsiteX13" fmla="*/ 147339 w 160734"/>
                <a:gd name="connsiteY13" fmla="*/ 120550 h 120550"/>
                <a:gd name="connsiteX14" fmla="*/ 156806 w 160734"/>
                <a:gd name="connsiteY14" fmla="*/ 116623 h 120550"/>
                <a:gd name="connsiteX15" fmla="*/ 160734 w 160734"/>
                <a:gd name="connsiteY15" fmla="*/ 107156 h 120550"/>
                <a:gd name="connsiteX16" fmla="*/ 160734 w 160734"/>
                <a:gd name="connsiteY16" fmla="*/ 31254 h 120550"/>
                <a:gd name="connsiteX17" fmla="*/ 156806 w 160734"/>
                <a:gd name="connsiteY17" fmla="*/ 21787 h 120550"/>
                <a:gd name="connsiteX18" fmla="*/ 147339 w 160734"/>
                <a:gd name="connsiteY18" fmla="*/ 17859 h 120550"/>
                <a:gd name="connsiteX19" fmla="*/ 147339 w 160734"/>
                <a:gd name="connsiteY19" fmla="*/ 17859 h 120550"/>
                <a:gd name="connsiteX20" fmla="*/ 151805 w 160734"/>
                <a:gd name="connsiteY20" fmla="*/ 107156 h 120550"/>
                <a:gd name="connsiteX21" fmla="*/ 150495 w 160734"/>
                <a:gd name="connsiteY21" fmla="*/ 110312 h 120550"/>
                <a:gd name="connsiteX22" fmla="*/ 147339 w 160734"/>
                <a:gd name="connsiteY22" fmla="*/ 111621 h 120550"/>
                <a:gd name="connsiteX23" fmla="*/ 13395 w 160734"/>
                <a:gd name="connsiteY23" fmla="*/ 111621 h 120550"/>
                <a:gd name="connsiteX24" fmla="*/ 10239 w 160734"/>
                <a:gd name="connsiteY24" fmla="*/ 110312 h 120550"/>
                <a:gd name="connsiteX25" fmla="*/ 8930 w 160734"/>
                <a:gd name="connsiteY25" fmla="*/ 107156 h 120550"/>
                <a:gd name="connsiteX26" fmla="*/ 8930 w 160734"/>
                <a:gd name="connsiteY26" fmla="*/ 13394 h 120550"/>
                <a:gd name="connsiteX27" fmla="*/ 10239 w 160734"/>
                <a:gd name="connsiteY27" fmla="*/ 10238 h 120550"/>
                <a:gd name="connsiteX28" fmla="*/ 13395 w 160734"/>
                <a:gd name="connsiteY28" fmla="*/ 8930 h 120550"/>
                <a:gd name="connsiteX29" fmla="*/ 63274 w 160734"/>
                <a:gd name="connsiteY29" fmla="*/ 8930 h 120550"/>
                <a:gd name="connsiteX30" fmla="*/ 64983 w 160734"/>
                <a:gd name="connsiteY30" fmla="*/ 9267 h 120550"/>
                <a:gd name="connsiteX31" fmla="*/ 66431 w 160734"/>
                <a:gd name="connsiteY31" fmla="*/ 10238 h 120550"/>
                <a:gd name="connsiteX32" fmla="*/ 79059 w 160734"/>
                <a:gd name="connsiteY32" fmla="*/ 22866 h 120550"/>
                <a:gd name="connsiteX33" fmla="*/ 83402 w 160734"/>
                <a:gd name="connsiteY33" fmla="*/ 25776 h 120550"/>
                <a:gd name="connsiteX34" fmla="*/ 88531 w 160734"/>
                <a:gd name="connsiteY34" fmla="*/ 26789 h 120550"/>
                <a:gd name="connsiteX35" fmla="*/ 147339 w 160734"/>
                <a:gd name="connsiteY35" fmla="*/ 26789 h 120550"/>
                <a:gd name="connsiteX36" fmla="*/ 150495 w 160734"/>
                <a:gd name="connsiteY36" fmla="*/ 28098 h 120550"/>
                <a:gd name="connsiteX37" fmla="*/ 151805 w 160734"/>
                <a:gd name="connsiteY37" fmla="*/ 31254 h 120550"/>
                <a:gd name="connsiteX38" fmla="*/ 151805 w 160734"/>
                <a:gd name="connsiteY38" fmla="*/ 107156 h 12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0734" h="120550">
                  <a:moveTo>
                    <a:pt x="147339" y="17859"/>
                  </a:moveTo>
                  <a:lnTo>
                    <a:pt x="88531" y="17859"/>
                  </a:lnTo>
                  <a:cubicBezTo>
                    <a:pt x="87944" y="17860"/>
                    <a:pt x="87363" y="17746"/>
                    <a:pt x="86821" y="17521"/>
                  </a:cubicBezTo>
                  <a:cubicBezTo>
                    <a:pt x="86279" y="17297"/>
                    <a:pt x="85787" y="16967"/>
                    <a:pt x="85374" y="16551"/>
                  </a:cubicBezTo>
                  <a:lnTo>
                    <a:pt x="72745" y="3922"/>
                  </a:lnTo>
                  <a:cubicBezTo>
                    <a:pt x="71504" y="2675"/>
                    <a:pt x="70029" y="1686"/>
                    <a:pt x="68403" y="1013"/>
                  </a:cubicBezTo>
                  <a:cubicBezTo>
                    <a:pt x="66777" y="339"/>
                    <a:pt x="65034" y="-6"/>
                    <a:pt x="63274" y="0"/>
                  </a:cubicBezTo>
                  <a:lnTo>
                    <a:pt x="13395" y="0"/>
                  </a:lnTo>
                  <a:cubicBezTo>
                    <a:pt x="9843" y="4"/>
                    <a:pt x="6439" y="1416"/>
                    <a:pt x="3928" y="3927"/>
                  </a:cubicBezTo>
                  <a:cubicBezTo>
                    <a:pt x="1416" y="6438"/>
                    <a:pt x="4" y="9843"/>
                    <a:pt x="0" y="13394"/>
                  </a:cubicBezTo>
                  <a:lnTo>
                    <a:pt x="0" y="107156"/>
                  </a:lnTo>
                  <a:cubicBezTo>
                    <a:pt x="4" y="110707"/>
                    <a:pt x="1416" y="114111"/>
                    <a:pt x="3928" y="116623"/>
                  </a:cubicBezTo>
                  <a:cubicBezTo>
                    <a:pt x="6439" y="119134"/>
                    <a:pt x="9843" y="120547"/>
                    <a:pt x="13395" y="120550"/>
                  </a:cubicBezTo>
                  <a:lnTo>
                    <a:pt x="147339" y="120550"/>
                  </a:lnTo>
                  <a:cubicBezTo>
                    <a:pt x="150891" y="120547"/>
                    <a:pt x="154295" y="119134"/>
                    <a:pt x="156806" y="116623"/>
                  </a:cubicBezTo>
                  <a:cubicBezTo>
                    <a:pt x="159318" y="114111"/>
                    <a:pt x="160731" y="110707"/>
                    <a:pt x="160734" y="107156"/>
                  </a:cubicBezTo>
                  <a:lnTo>
                    <a:pt x="160734" y="31254"/>
                  </a:lnTo>
                  <a:cubicBezTo>
                    <a:pt x="160731" y="27703"/>
                    <a:pt x="159318" y="24297"/>
                    <a:pt x="156806" y="21787"/>
                  </a:cubicBezTo>
                  <a:cubicBezTo>
                    <a:pt x="154295" y="19276"/>
                    <a:pt x="150891" y="17863"/>
                    <a:pt x="147339" y="17859"/>
                  </a:cubicBezTo>
                  <a:lnTo>
                    <a:pt x="147339" y="17859"/>
                  </a:lnTo>
                  <a:close/>
                  <a:moveTo>
                    <a:pt x="151805" y="107156"/>
                  </a:moveTo>
                  <a:cubicBezTo>
                    <a:pt x="151804" y="108339"/>
                    <a:pt x="151332" y="109475"/>
                    <a:pt x="150495" y="110312"/>
                  </a:cubicBezTo>
                  <a:cubicBezTo>
                    <a:pt x="149659" y="111148"/>
                    <a:pt x="148523" y="111620"/>
                    <a:pt x="147339" y="111621"/>
                  </a:cubicBezTo>
                  <a:lnTo>
                    <a:pt x="13395" y="111621"/>
                  </a:lnTo>
                  <a:cubicBezTo>
                    <a:pt x="12211" y="111620"/>
                    <a:pt x="11076" y="111148"/>
                    <a:pt x="10239" y="110312"/>
                  </a:cubicBezTo>
                  <a:cubicBezTo>
                    <a:pt x="9402" y="109475"/>
                    <a:pt x="8931" y="108339"/>
                    <a:pt x="8930" y="107156"/>
                  </a:cubicBezTo>
                  <a:lnTo>
                    <a:pt x="8930" y="13394"/>
                  </a:lnTo>
                  <a:cubicBezTo>
                    <a:pt x="8931" y="12210"/>
                    <a:pt x="9402" y="11076"/>
                    <a:pt x="10239" y="10238"/>
                  </a:cubicBezTo>
                  <a:cubicBezTo>
                    <a:pt x="11076" y="9401"/>
                    <a:pt x="12211" y="8931"/>
                    <a:pt x="13395" y="8930"/>
                  </a:cubicBezTo>
                  <a:lnTo>
                    <a:pt x="63274" y="8930"/>
                  </a:lnTo>
                  <a:cubicBezTo>
                    <a:pt x="63860" y="8928"/>
                    <a:pt x="64441" y="9042"/>
                    <a:pt x="64983" y="9267"/>
                  </a:cubicBezTo>
                  <a:cubicBezTo>
                    <a:pt x="65525" y="9492"/>
                    <a:pt x="66018" y="9821"/>
                    <a:pt x="66431" y="10238"/>
                  </a:cubicBezTo>
                  <a:lnTo>
                    <a:pt x="79059" y="22866"/>
                  </a:lnTo>
                  <a:cubicBezTo>
                    <a:pt x="80301" y="24114"/>
                    <a:pt x="81776" y="25102"/>
                    <a:pt x="83402" y="25776"/>
                  </a:cubicBezTo>
                  <a:cubicBezTo>
                    <a:pt x="85028" y="26449"/>
                    <a:pt x="86771" y="26794"/>
                    <a:pt x="88531" y="26789"/>
                  </a:cubicBezTo>
                  <a:lnTo>
                    <a:pt x="147339" y="26789"/>
                  </a:lnTo>
                  <a:cubicBezTo>
                    <a:pt x="148523" y="26790"/>
                    <a:pt x="149659" y="27261"/>
                    <a:pt x="150495" y="28098"/>
                  </a:cubicBezTo>
                  <a:cubicBezTo>
                    <a:pt x="151332" y="28935"/>
                    <a:pt x="151804" y="30070"/>
                    <a:pt x="151805" y="31254"/>
                  </a:cubicBezTo>
                  <a:lnTo>
                    <a:pt x="151805" y="1071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48C5D75-C48F-45D8-EE27-64760433C67F}"/>
                </a:ext>
              </a:extLst>
            </p:cNvPr>
            <p:cNvSpPr/>
            <p:nvPr/>
          </p:nvSpPr>
          <p:spPr>
            <a:xfrm>
              <a:off x="8308536" y="5619770"/>
              <a:ext cx="31795" cy="50962"/>
            </a:xfrm>
            <a:custGeom>
              <a:avLst/>
              <a:gdLst>
                <a:gd name="connsiteX0" fmla="*/ 25481 w 31795"/>
                <a:gd name="connsiteY0" fmla="*/ 0 h 50962"/>
                <a:gd name="connsiteX1" fmla="*/ 0 w 31795"/>
                <a:gd name="connsiteY1" fmla="*/ 25481 h 50962"/>
                <a:gd name="connsiteX2" fmla="*/ 25481 w 31795"/>
                <a:gd name="connsiteY2" fmla="*/ 50963 h 50962"/>
                <a:gd name="connsiteX3" fmla="*/ 31795 w 31795"/>
                <a:gd name="connsiteY3" fmla="*/ 44648 h 50962"/>
                <a:gd name="connsiteX4" fmla="*/ 12628 w 31795"/>
                <a:gd name="connsiteY4" fmla="*/ 25481 h 50962"/>
                <a:gd name="connsiteX5" fmla="*/ 31795 w 31795"/>
                <a:gd name="connsiteY5" fmla="*/ 6314 h 50962"/>
                <a:gd name="connsiteX6" fmla="*/ 25481 w 31795"/>
                <a:gd name="connsiteY6" fmla="*/ 0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25481" y="0"/>
                  </a:moveTo>
                  <a:lnTo>
                    <a:pt x="0" y="25481"/>
                  </a:lnTo>
                  <a:lnTo>
                    <a:pt x="25481" y="50963"/>
                  </a:lnTo>
                  <a:lnTo>
                    <a:pt x="31795" y="44648"/>
                  </a:lnTo>
                  <a:lnTo>
                    <a:pt x="12628" y="25481"/>
                  </a:lnTo>
                  <a:lnTo>
                    <a:pt x="31795" y="6314"/>
                  </a:lnTo>
                  <a:lnTo>
                    <a:pt x="25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3398586-4FB5-92BC-64C7-3FA6A881CDE5}"/>
                </a:ext>
              </a:extLst>
            </p:cNvPr>
            <p:cNvSpPr/>
            <p:nvPr/>
          </p:nvSpPr>
          <p:spPr>
            <a:xfrm>
              <a:off x="8351157" y="5625321"/>
              <a:ext cx="30144" cy="44516"/>
            </a:xfrm>
            <a:custGeom>
              <a:avLst/>
              <a:gdLst>
                <a:gd name="connsiteX0" fmla="*/ 0 w 30144"/>
                <a:gd name="connsiteY0" fmla="*/ 40176 h 44516"/>
                <a:gd name="connsiteX1" fmla="*/ 22341 w 30144"/>
                <a:gd name="connsiteY1" fmla="*/ 0 h 44516"/>
                <a:gd name="connsiteX2" fmla="*/ 30145 w 30144"/>
                <a:gd name="connsiteY2" fmla="*/ 4340 h 44516"/>
                <a:gd name="connsiteX3" fmla="*/ 7805 w 30144"/>
                <a:gd name="connsiteY3" fmla="*/ 44516 h 44516"/>
                <a:gd name="connsiteX4" fmla="*/ 0 w 30144"/>
                <a:gd name="connsiteY4" fmla="*/ 40176 h 4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44" h="44516">
                  <a:moveTo>
                    <a:pt x="0" y="40176"/>
                  </a:moveTo>
                  <a:lnTo>
                    <a:pt x="22341" y="0"/>
                  </a:lnTo>
                  <a:lnTo>
                    <a:pt x="30145" y="4340"/>
                  </a:lnTo>
                  <a:lnTo>
                    <a:pt x="7805" y="44516"/>
                  </a:lnTo>
                  <a:lnTo>
                    <a:pt x="0" y="40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ECC2A25-DC11-94AA-2EA7-6E5B8329899E}"/>
                </a:ext>
              </a:extLst>
            </p:cNvPr>
            <p:cNvSpPr/>
            <p:nvPr/>
          </p:nvSpPr>
          <p:spPr>
            <a:xfrm>
              <a:off x="8387583" y="5619770"/>
              <a:ext cx="31795" cy="50962"/>
            </a:xfrm>
            <a:custGeom>
              <a:avLst/>
              <a:gdLst>
                <a:gd name="connsiteX0" fmla="*/ 0 w 31795"/>
                <a:gd name="connsiteY0" fmla="*/ 6314 h 50962"/>
                <a:gd name="connsiteX1" fmla="*/ 19167 w 31795"/>
                <a:gd name="connsiteY1" fmla="*/ 25481 h 50962"/>
                <a:gd name="connsiteX2" fmla="*/ 0 w 31795"/>
                <a:gd name="connsiteY2" fmla="*/ 44648 h 50962"/>
                <a:gd name="connsiteX3" fmla="*/ 6314 w 31795"/>
                <a:gd name="connsiteY3" fmla="*/ 50963 h 50962"/>
                <a:gd name="connsiteX4" fmla="*/ 31795 w 31795"/>
                <a:gd name="connsiteY4" fmla="*/ 25481 h 50962"/>
                <a:gd name="connsiteX5" fmla="*/ 6314 w 31795"/>
                <a:gd name="connsiteY5" fmla="*/ 0 h 50962"/>
                <a:gd name="connsiteX6" fmla="*/ 0 w 31795"/>
                <a:gd name="connsiteY6" fmla="*/ 6314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0" y="6314"/>
                  </a:moveTo>
                  <a:lnTo>
                    <a:pt x="19167" y="25481"/>
                  </a:lnTo>
                  <a:lnTo>
                    <a:pt x="0" y="44648"/>
                  </a:lnTo>
                  <a:lnTo>
                    <a:pt x="6314" y="50963"/>
                  </a:lnTo>
                  <a:lnTo>
                    <a:pt x="31795" y="25481"/>
                  </a:lnTo>
                  <a:lnTo>
                    <a:pt x="6314" y="0"/>
                  </a:lnTo>
                  <a:lnTo>
                    <a:pt x="0" y="63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03146EF-74F0-DA3F-8399-BBE67DFF8489}"/>
                </a:ext>
              </a:extLst>
            </p:cNvPr>
            <p:cNvSpPr/>
            <p:nvPr/>
          </p:nvSpPr>
          <p:spPr>
            <a:xfrm>
              <a:off x="8212152" y="5538101"/>
              <a:ext cx="141775" cy="145628"/>
            </a:xfrm>
            <a:custGeom>
              <a:avLst/>
              <a:gdLst>
                <a:gd name="connsiteX0" fmla="*/ 86392 w 141775"/>
                <a:gd name="connsiteY0" fmla="*/ 8930 h 145628"/>
                <a:gd name="connsiteX1" fmla="*/ 93621 w 141775"/>
                <a:gd name="connsiteY1" fmla="*/ 25795 h 145628"/>
                <a:gd name="connsiteX2" fmla="*/ 109567 w 141775"/>
                <a:gd name="connsiteY2" fmla="*/ 32402 h 145628"/>
                <a:gd name="connsiteX3" fmla="*/ 126633 w 141775"/>
                <a:gd name="connsiteY3" fmla="*/ 25582 h 145628"/>
                <a:gd name="connsiteX4" fmla="*/ 135462 w 141775"/>
                <a:gd name="connsiteY4" fmla="*/ 34411 h 145628"/>
                <a:gd name="connsiteX5" fmla="*/ 141776 w 141775"/>
                <a:gd name="connsiteY5" fmla="*/ 28097 h 145628"/>
                <a:gd name="connsiteX6" fmla="*/ 128786 w 141775"/>
                <a:gd name="connsiteY6" fmla="*/ 15106 h 145628"/>
                <a:gd name="connsiteX7" fmla="*/ 109628 w 141775"/>
                <a:gd name="connsiteY7" fmla="*/ 22761 h 145628"/>
                <a:gd name="connsiteX8" fmla="*/ 100397 w 141775"/>
                <a:gd name="connsiteY8" fmla="*/ 18937 h 145628"/>
                <a:gd name="connsiteX9" fmla="*/ 92279 w 141775"/>
                <a:gd name="connsiteY9" fmla="*/ 0 h 145628"/>
                <a:gd name="connsiteX10" fmla="*/ 68455 w 141775"/>
                <a:gd name="connsiteY10" fmla="*/ 0 h 145628"/>
                <a:gd name="connsiteX11" fmla="*/ 60338 w 141775"/>
                <a:gd name="connsiteY11" fmla="*/ 18937 h 145628"/>
                <a:gd name="connsiteX12" fmla="*/ 51106 w 141775"/>
                <a:gd name="connsiteY12" fmla="*/ 22761 h 145628"/>
                <a:gd name="connsiteX13" fmla="*/ 31950 w 141775"/>
                <a:gd name="connsiteY13" fmla="*/ 15106 h 145628"/>
                <a:gd name="connsiteX14" fmla="*/ 15107 w 141775"/>
                <a:gd name="connsiteY14" fmla="*/ 31950 h 145628"/>
                <a:gd name="connsiteX15" fmla="*/ 22761 w 141775"/>
                <a:gd name="connsiteY15" fmla="*/ 51106 h 145628"/>
                <a:gd name="connsiteX16" fmla="*/ 18937 w 141775"/>
                <a:gd name="connsiteY16" fmla="*/ 60337 h 145628"/>
                <a:gd name="connsiteX17" fmla="*/ 0 w 141775"/>
                <a:gd name="connsiteY17" fmla="*/ 68455 h 145628"/>
                <a:gd name="connsiteX18" fmla="*/ 0 w 141775"/>
                <a:gd name="connsiteY18" fmla="*/ 92279 h 145628"/>
                <a:gd name="connsiteX19" fmla="*/ 18936 w 141775"/>
                <a:gd name="connsiteY19" fmla="*/ 100397 h 145628"/>
                <a:gd name="connsiteX20" fmla="*/ 22761 w 141775"/>
                <a:gd name="connsiteY20" fmla="*/ 109628 h 145628"/>
                <a:gd name="connsiteX21" fmla="*/ 15106 w 141775"/>
                <a:gd name="connsiteY21" fmla="*/ 128785 h 145628"/>
                <a:gd name="connsiteX22" fmla="*/ 31949 w 141775"/>
                <a:gd name="connsiteY22" fmla="*/ 145629 h 145628"/>
                <a:gd name="connsiteX23" fmla="*/ 51106 w 141775"/>
                <a:gd name="connsiteY23" fmla="*/ 137973 h 145628"/>
                <a:gd name="connsiteX24" fmla="*/ 60798 w 141775"/>
                <a:gd name="connsiteY24" fmla="*/ 141989 h 145628"/>
                <a:gd name="connsiteX25" fmla="*/ 64218 w 141775"/>
                <a:gd name="connsiteY25" fmla="*/ 133740 h 145628"/>
                <a:gd name="connsiteX26" fmla="*/ 51167 w 141775"/>
                <a:gd name="connsiteY26" fmla="*/ 128332 h 145628"/>
                <a:gd name="connsiteX27" fmla="*/ 34101 w 141775"/>
                <a:gd name="connsiteY27" fmla="*/ 135152 h 145628"/>
                <a:gd name="connsiteX28" fmla="*/ 25582 w 141775"/>
                <a:gd name="connsiteY28" fmla="*/ 126633 h 145628"/>
                <a:gd name="connsiteX29" fmla="*/ 32402 w 141775"/>
                <a:gd name="connsiteY29" fmla="*/ 109567 h 145628"/>
                <a:gd name="connsiteX30" fmla="*/ 25795 w 141775"/>
                <a:gd name="connsiteY30" fmla="*/ 93621 h 145628"/>
                <a:gd name="connsiteX31" fmla="*/ 8930 w 141775"/>
                <a:gd name="connsiteY31" fmla="*/ 86392 h 145628"/>
                <a:gd name="connsiteX32" fmla="*/ 8930 w 141775"/>
                <a:gd name="connsiteY32" fmla="*/ 74343 h 145628"/>
                <a:gd name="connsiteX33" fmla="*/ 25795 w 141775"/>
                <a:gd name="connsiteY33" fmla="*/ 67113 h 145628"/>
                <a:gd name="connsiteX34" fmla="*/ 32402 w 141775"/>
                <a:gd name="connsiteY34" fmla="*/ 51167 h 145628"/>
                <a:gd name="connsiteX35" fmla="*/ 25582 w 141775"/>
                <a:gd name="connsiteY35" fmla="*/ 34101 h 145628"/>
                <a:gd name="connsiteX36" fmla="*/ 34102 w 141775"/>
                <a:gd name="connsiteY36" fmla="*/ 25582 h 145628"/>
                <a:gd name="connsiteX37" fmla="*/ 51167 w 141775"/>
                <a:gd name="connsiteY37" fmla="*/ 32402 h 145628"/>
                <a:gd name="connsiteX38" fmla="*/ 67113 w 141775"/>
                <a:gd name="connsiteY38" fmla="*/ 25795 h 145628"/>
                <a:gd name="connsiteX39" fmla="*/ 74343 w 141775"/>
                <a:gd name="connsiteY39" fmla="*/ 8930 h 145628"/>
                <a:gd name="connsiteX40" fmla="*/ 86392 w 141775"/>
                <a:gd name="connsiteY40" fmla="*/ 8930 h 1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75" h="145628">
                  <a:moveTo>
                    <a:pt x="86392" y="8930"/>
                  </a:moveTo>
                  <a:lnTo>
                    <a:pt x="93621" y="25795"/>
                  </a:lnTo>
                  <a:lnTo>
                    <a:pt x="109567" y="32402"/>
                  </a:lnTo>
                  <a:lnTo>
                    <a:pt x="126633" y="25582"/>
                  </a:lnTo>
                  <a:lnTo>
                    <a:pt x="135462" y="34411"/>
                  </a:lnTo>
                  <a:lnTo>
                    <a:pt x="141776" y="28097"/>
                  </a:lnTo>
                  <a:lnTo>
                    <a:pt x="128786" y="15106"/>
                  </a:lnTo>
                  <a:lnTo>
                    <a:pt x="109628" y="22761"/>
                  </a:lnTo>
                  <a:lnTo>
                    <a:pt x="100397" y="18937"/>
                  </a:lnTo>
                  <a:lnTo>
                    <a:pt x="92279" y="0"/>
                  </a:lnTo>
                  <a:lnTo>
                    <a:pt x="68455" y="0"/>
                  </a:lnTo>
                  <a:lnTo>
                    <a:pt x="60338" y="18937"/>
                  </a:lnTo>
                  <a:lnTo>
                    <a:pt x="51106" y="22761"/>
                  </a:lnTo>
                  <a:lnTo>
                    <a:pt x="31950" y="15106"/>
                  </a:lnTo>
                  <a:lnTo>
                    <a:pt x="15107" y="31950"/>
                  </a:lnTo>
                  <a:lnTo>
                    <a:pt x="22761" y="51106"/>
                  </a:lnTo>
                  <a:lnTo>
                    <a:pt x="18937" y="60337"/>
                  </a:lnTo>
                  <a:lnTo>
                    <a:pt x="0" y="68455"/>
                  </a:lnTo>
                  <a:lnTo>
                    <a:pt x="0" y="92279"/>
                  </a:lnTo>
                  <a:lnTo>
                    <a:pt x="18936" y="100397"/>
                  </a:lnTo>
                  <a:lnTo>
                    <a:pt x="22761" y="109628"/>
                  </a:lnTo>
                  <a:lnTo>
                    <a:pt x="15106" y="128785"/>
                  </a:lnTo>
                  <a:lnTo>
                    <a:pt x="31949" y="145629"/>
                  </a:lnTo>
                  <a:lnTo>
                    <a:pt x="51106" y="137973"/>
                  </a:lnTo>
                  <a:lnTo>
                    <a:pt x="60798" y="141989"/>
                  </a:lnTo>
                  <a:lnTo>
                    <a:pt x="64218" y="133740"/>
                  </a:lnTo>
                  <a:lnTo>
                    <a:pt x="51167" y="128332"/>
                  </a:lnTo>
                  <a:lnTo>
                    <a:pt x="34101" y="135152"/>
                  </a:lnTo>
                  <a:lnTo>
                    <a:pt x="25582" y="126633"/>
                  </a:lnTo>
                  <a:lnTo>
                    <a:pt x="32402" y="109567"/>
                  </a:lnTo>
                  <a:lnTo>
                    <a:pt x="25795" y="93621"/>
                  </a:lnTo>
                  <a:lnTo>
                    <a:pt x="8930" y="86392"/>
                  </a:lnTo>
                  <a:lnTo>
                    <a:pt x="8930" y="74343"/>
                  </a:lnTo>
                  <a:lnTo>
                    <a:pt x="25795" y="67113"/>
                  </a:lnTo>
                  <a:lnTo>
                    <a:pt x="32402" y="51167"/>
                  </a:lnTo>
                  <a:lnTo>
                    <a:pt x="25582" y="34101"/>
                  </a:lnTo>
                  <a:lnTo>
                    <a:pt x="34102" y="25582"/>
                  </a:lnTo>
                  <a:lnTo>
                    <a:pt x="51167" y="32402"/>
                  </a:lnTo>
                  <a:lnTo>
                    <a:pt x="67113" y="25795"/>
                  </a:lnTo>
                  <a:lnTo>
                    <a:pt x="74343" y="8930"/>
                  </a:lnTo>
                  <a:lnTo>
                    <a:pt x="86392" y="8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C53B8FB-DC4D-5AF9-D689-4F721D6331E2}"/>
                </a:ext>
              </a:extLst>
            </p:cNvPr>
            <p:cNvSpPr/>
            <p:nvPr/>
          </p:nvSpPr>
          <p:spPr>
            <a:xfrm>
              <a:off x="8247870" y="5578470"/>
              <a:ext cx="28775" cy="80009"/>
            </a:xfrm>
            <a:custGeom>
              <a:avLst/>
              <a:gdLst>
                <a:gd name="connsiteX0" fmla="*/ 28776 w 28775"/>
                <a:gd name="connsiteY0" fmla="*/ 7996 h 80009"/>
                <a:gd name="connsiteX1" fmla="*/ 24802 w 28775"/>
                <a:gd name="connsiteY1" fmla="*/ 0 h 80009"/>
                <a:gd name="connsiteX2" fmla="*/ 6704 w 28775"/>
                <a:gd name="connsiteY2" fmla="*/ 16470 h 80009"/>
                <a:gd name="connsiteX3" fmla="*/ 0 w 28775"/>
                <a:gd name="connsiteY3" fmla="*/ 40005 h 80009"/>
                <a:gd name="connsiteX4" fmla="*/ 6704 w 28775"/>
                <a:gd name="connsiteY4" fmla="*/ 63539 h 80009"/>
                <a:gd name="connsiteX5" fmla="*/ 24802 w 28775"/>
                <a:gd name="connsiteY5" fmla="*/ 80009 h 80009"/>
                <a:gd name="connsiteX6" fmla="*/ 28776 w 28775"/>
                <a:gd name="connsiteY6" fmla="*/ 72013 h 80009"/>
                <a:gd name="connsiteX7" fmla="*/ 14294 w 28775"/>
                <a:gd name="connsiteY7" fmla="*/ 58836 h 80009"/>
                <a:gd name="connsiteX8" fmla="*/ 8930 w 28775"/>
                <a:gd name="connsiteY8" fmla="*/ 40005 h 80009"/>
                <a:gd name="connsiteX9" fmla="*/ 14294 w 28775"/>
                <a:gd name="connsiteY9" fmla="*/ 21174 h 80009"/>
                <a:gd name="connsiteX10" fmla="*/ 28776 w 28775"/>
                <a:gd name="connsiteY10" fmla="*/ 7996 h 80009"/>
                <a:gd name="connsiteX11" fmla="*/ 28776 w 28775"/>
                <a:gd name="connsiteY11" fmla="*/ 7996 h 8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75" h="80009">
                  <a:moveTo>
                    <a:pt x="28776" y="7996"/>
                  </a:moveTo>
                  <a:lnTo>
                    <a:pt x="24802" y="0"/>
                  </a:lnTo>
                  <a:cubicBezTo>
                    <a:pt x="17354" y="3698"/>
                    <a:pt x="11085" y="9402"/>
                    <a:pt x="6704" y="16470"/>
                  </a:cubicBezTo>
                  <a:cubicBezTo>
                    <a:pt x="2321" y="23538"/>
                    <a:pt x="0" y="31689"/>
                    <a:pt x="0" y="40005"/>
                  </a:cubicBezTo>
                  <a:cubicBezTo>
                    <a:pt x="0" y="48320"/>
                    <a:pt x="2321" y="56472"/>
                    <a:pt x="6704" y="63539"/>
                  </a:cubicBezTo>
                  <a:cubicBezTo>
                    <a:pt x="11085" y="70607"/>
                    <a:pt x="17354" y="76311"/>
                    <a:pt x="24802" y="80009"/>
                  </a:cubicBezTo>
                  <a:lnTo>
                    <a:pt x="28776" y="72013"/>
                  </a:lnTo>
                  <a:cubicBezTo>
                    <a:pt x="22816" y="69054"/>
                    <a:pt x="17800" y="64491"/>
                    <a:pt x="14294" y="58836"/>
                  </a:cubicBezTo>
                  <a:cubicBezTo>
                    <a:pt x="10787" y="53180"/>
                    <a:pt x="8930" y="46658"/>
                    <a:pt x="8930" y="40005"/>
                  </a:cubicBezTo>
                  <a:cubicBezTo>
                    <a:pt x="8930" y="33351"/>
                    <a:pt x="10787" y="26829"/>
                    <a:pt x="14294" y="21174"/>
                  </a:cubicBezTo>
                  <a:cubicBezTo>
                    <a:pt x="17800" y="15519"/>
                    <a:pt x="22816" y="10955"/>
                    <a:pt x="28776" y="7996"/>
                  </a:cubicBezTo>
                  <a:lnTo>
                    <a:pt x="28776" y="79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55D69DD-DF91-4365-076D-A8A4E39F67A0}"/>
              </a:ext>
            </a:extLst>
          </p:cNvPr>
          <p:cNvGrpSpPr/>
          <p:nvPr userDrawn="1"/>
        </p:nvGrpSpPr>
        <p:grpSpPr>
          <a:xfrm>
            <a:off x="2409966" y="5540644"/>
            <a:ext cx="388965" cy="388962"/>
            <a:chOff x="9476042" y="5149904"/>
            <a:chExt cx="258961" cy="258961"/>
          </a:xfrm>
          <a:solidFill>
            <a:srgbClr val="02ACED"/>
          </a:solidFill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6B823C2-E03C-B399-DA70-9B2DD23F94F7}"/>
                </a:ext>
              </a:extLst>
            </p:cNvPr>
            <p:cNvSpPr/>
            <p:nvPr/>
          </p:nvSpPr>
          <p:spPr>
            <a:xfrm>
              <a:off x="9476042" y="5149904"/>
              <a:ext cx="258961" cy="258961"/>
            </a:xfrm>
            <a:custGeom>
              <a:avLst/>
              <a:gdLst>
                <a:gd name="connsiteX0" fmla="*/ 246014 w 258961"/>
                <a:gd name="connsiteY0" fmla="*/ 220117 h 258961"/>
                <a:gd name="connsiteX1" fmla="*/ 255164 w 258961"/>
                <a:gd name="connsiteY1" fmla="*/ 216320 h 258961"/>
                <a:gd name="connsiteX2" fmla="*/ 258962 w 258961"/>
                <a:gd name="connsiteY2" fmla="*/ 207169 h 258961"/>
                <a:gd name="connsiteX3" fmla="*/ 258962 w 258961"/>
                <a:gd name="connsiteY3" fmla="*/ 43161 h 258961"/>
                <a:gd name="connsiteX4" fmla="*/ 255164 w 258961"/>
                <a:gd name="connsiteY4" fmla="*/ 34009 h 258961"/>
                <a:gd name="connsiteX5" fmla="*/ 246014 w 258961"/>
                <a:gd name="connsiteY5" fmla="*/ 30212 h 258961"/>
                <a:gd name="connsiteX6" fmla="*/ 237381 w 258961"/>
                <a:gd name="connsiteY6" fmla="*/ 30212 h 258961"/>
                <a:gd name="connsiteX7" fmla="*/ 237381 w 258961"/>
                <a:gd name="connsiteY7" fmla="*/ 12948 h 258961"/>
                <a:gd name="connsiteX8" fmla="*/ 233589 w 258961"/>
                <a:gd name="connsiteY8" fmla="*/ 3793 h 258961"/>
                <a:gd name="connsiteX9" fmla="*/ 224434 w 258961"/>
                <a:gd name="connsiteY9" fmla="*/ 0 h 258961"/>
                <a:gd name="connsiteX10" fmla="*/ 215277 w 258961"/>
                <a:gd name="connsiteY10" fmla="*/ 3793 h 258961"/>
                <a:gd name="connsiteX11" fmla="*/ 211486 w 258961"/>
                <a:gd name="connsiteY11" fmla="*/ 12948 h 258961"/>
                <a:gd name="connsiteX12" fmla="*/ 211486 w 258961"/>
                <a:gd name="connsiteY12" fmla="*/ 30212 h 258961"/>
                <a:gd name="connsiteX13" fmla="*/ 47476 w 258961"/>
                <a:gd name="connsiteY13" fmla="*/ 30212 h 258961"/>
                <a:gd name="connsiteX14" fmla="*/ 47476 w 258961"/>
                <a:gd name="connsiteY14" fmla="*/ 12948 h 258961"/>
                <a:gd name="connsiteX15" fmla="*/ 43685 w 258961"/>
                <a:gd name="connsiteY15" fmla="*/ 3793 h 258961"/>
                <a:gd name="connsiteX16" fmla="*/ 34528 w 258961"/>
                <a:gd name="connsiteY16" fmla="*/ 0 h 258961"/>
                <a:gd name="connsiteX17" fmla="*/ 25373 w 258961"/>
                <a:gd name="connsiteY17" fmla="*/ 3793 h 258961"/>
                <a:gd name="connsiteX18" fmla="*/ 21581 w 258961"/>
                <a:gd name="connsiteY18" fmla="*/ 12948 h 258961"/>
                <a:gd name="connsiteX19" fmla="*/ 21581 w 258961"/>
                <a:gd name="connsiteY19" fmla="*/ 30212 h 258961"/>
                <a:gd name="connsiteX20" fmla="*/ 12948 w 258961"/>
                <a:gd name="connsiteY20" fmla="*/ 30212 h 258961"/>
                <a:gd name="connsiteX21" fmla="*/ 3798 w 258961"/>
                <a:gd name="connsiteY21" fmla="*/ 34009 h 258961"/>
                <a:gd name="connsiteX22" fmla="*/ 0 w 258961"/>
                <a:gd name="connsiteY22" fmla="*/ 43161 h 258961"/>
                <a:gd name="connsiteX23" fmla="*/ 0 w 258961"/>
                <a:gd name="connsiteY23" fmla="*/ 207169 h 258961"/>
                <a:gd name="connsiteX24" fmla="*/ 3798 w 258961"/>
                <a:gd name="connsiteY24" fmla="*/ 216320 h 258961"/>
                <a:gd name="connsiteX25" fmla="*/ 12948 w 258961"/>
                <a:gd name="connsiteY25" fmla="*/ 220117 h 258961"/>
                <a:gd name="connsiteX26" fmla="*/ 17265 w 258961"/>
                <a:gd name="connsiteY26" fmla="*/ 220117 h 258961"/>
                <a:gd name="connsiteX27" fmla="*/ 17265 w 258961"/>
                <a:gd name="connsiteY27" fmla="*/ 233065 h 258961"/>
                <a:gd name="connsiteX28" fmla="*/ 12948 w 258961"/>
                <a:gd name="connsiteY28" fmla="*/ 233065 h 258961"/>
                <a:gd name="connsiteX29" fmla="*/ 3793 w 258961"/>
                <a:gd name="connsiteY29" fmla="*/ 236858 h 258961"/>
                <a:gd name="connsiteX30" fmla="*/ 0 w 258961"/>
                <a:gd name="connsiteY30" fmla="*/ 246014 h 258961"/>
                <a:gd name="connsiteX31" fmla="*/ 3793 w 258961"/>
                <a:gd name="connsiteY31" fmla="*/ 255169 h 258961"/>
                <a:gd name="connsiteX32" fmla="*/ 12948 w 258961"/>
                <a:gd name="connsiteY32" fmla="*/ 258962 h 258961"/>
                <a:gd name="connsiteX33" fmla="*/ 47476 w 258961"/>
                <a:gd name="connsiteY33" fmla="*/ 258962 h 258961"/>
                <a:gd name="connsiteX34" fmla="*/ 56632 w 258961"/>
                <a:gd name="connsiteY34" fmla="*/ 255169 h 258961"/>
                <a:gd name="connsiteX35" fmla="*/ 60425 w 258961"/>
                <a:gd name="connsiteY35" fmla="*/ 246014 h 258961"/>
                <a:gd name="connsiteX36" fmla="*/ 56632 w 258961"/>
                <a:gd name="connsiteY36" fmla="*/ 236858 h 258961"/>
                <a:gd name="connsiteX37" fmla="*/ 47476 w 258961"/>
                <a:gd name="connsiteY37" fmla="*/ 233065 h 258961"/>
                <a:gd name="connsiteX38" fmla="*/ 43161 w 258961"/>
                <a:gd name="connsiteY38" fmla="*/ 233065 h 258961"/>
                <a:gd name="connsiteX39" fmla="*/ 43161 w 258961"/>
                <a:gd name="connsiteY39" fmla="*/ 220117 h 258961"/>
                <a:gd name="connsiteX40" fmla="*/ 215801 w 258961"/>
                <a:gd name="connsiteY40" fmla="*/ 220117 h 258961"/>
                <a:gd name="connsiteX41" fmla="*/ 215801 w 258961"/>
                <a:gd name="connsiteY41" fmla="*/ 233065 h 258961"/>
                <a:gd name="connsiteX42" fmla="*/ 211486 w 258961"/>
                <a:gd name="connsiteY42" fmla="*/ 233065 h 258961"/>
                <a:gd name="connsiteX43" fmla="*/ 202330 w 258961"/>
                <a:gd name="connsiteY43" fmla="*/ 236858 h 258961"/>
                <a:gd name="connsiteX44" fmla="*/ 198537 w 258961"/>
                <a:gd name="connsiteY44" fmla="*/ 246014 h 258961"/>
                <a:gd name="connsiteX45" fmla="*/ 202330 w 258961"/>
                <a:gd name="connsiteY45" fmla="*/ 255169 h 258961"/>
                <a:gd name="connsiteX46" fmla="*/ 211486 w 258961"/>
                <a:gd name="connsiteY46" fmla="*/ 258962 h 258961"/>
                <a:gd name="connsiteX47" fmla="*/ 246014 w 258961"/>
                <a:gd name="connsiteY47" fmla="*/ 258962 h 258961"/>
                <a:gd name="connsiteX48" fmla="*/ 255169 w 258961"/>
                <a:gd name="connsiteY48" fmla="*/ 255169 h 258961"/>
                <a:gd name="connsiteX49" fmla="*/ 258962 w 258961"/>
                <a:gd name="connsiteY49" fmla="*/ 246014 h 258961"/>
                <a:gd name="connsiteX50" fmla="*/ 255169 w 258961"/>
                <a:gd name="connsiteY50" fmla="*/ 236858 h 258961"/>
                <a:gd name="connsiteX51" fmla="*/ 246014 w 258961"/>
                <a:gd name="connsiteY51" fmla="*/ 233065 h 258961"/>
                <a:gd name="connsiteX52" fmla="*/ 241697 w 258961"/>
                <a:gd name="connsiteY52" fmla="*/ 233065 h 258961"/>
                <a:gd name="connsiteX53" fmla="*/ 241697 w 258961"/>
                <a:gd name="connsiteY53" fmla="*/ 220117 h 258961"/>
                <a:gd name="connsiteX54" fmla="*/ 246014 w 258961"/>
                <a:gd name="connsiteY54" fmla="*/ 220117 h 258961"/>
                <a:gd name="connsiteX55" fmla="*/ 220117 w 258961"/>
                <a:gd name="connsiteY55" fmla="*/ 12948 h 258961"/>
                <a:gd name="connsiteX56" fmla="*/ 221381 w 258961"/>
                <a:gd name="connsiteY56" fmla="*/ 9896 h 258961"/>
                <a:gd name="connsiteX57" fmla="*/ 224434 w 258961"/>
                <a:gd name="connsiteY57" fmla="*/ 8633 h 258961"/>
                <a:gd name="connsiteX58" fmla="*/ 227486 w 258961"/>
                <a:gd name="connsiteY58" fmla="*/ 9896 h 258961"/>
                <a:gd name="connsiteX59" fmla="*/ 228750 w 258961"/>
                <a:gd name="connsiteY59" fmla="*/ 12948 h 258961"/>
                <a:gd name="connsiteX60" fmla="*/ 228750 w 258961"/>
                <a:gd name="connsiteY60" fmla="*/ 30212 h 258961"/>
                <a:gd name="connsiteX61" fmla="*/ 220117 w 258961"/>
                <a:gd name="connsiteY61" fmla="*/ 30212 h 258961"/>
                <a:gd name="connsiteX62" fmla="*/ 220117 w 258961"/>
                <a:gd name="connsiteY62" fmla="*/ 12948 h 258961"/>
                <a:gd name="connsiteX63" fmla="*/ 30212 w 258961"/>
                <a:gd name="connsiteY63" fmla="*/ 12948 h 258961"/>
                <a:gd name="connsiteX64" fmla="*/ 31476 w 258961"/>
                <a:gd name="connsiteY64" fmla="*/ 9896 h 258961"/>
                <a:gd name="connsiteX65" fmla="*/ 34528 w 258961"/>
                <a:gd name="connsiteY65" fmla="*/ 8633 h 258961"/>
                <a:gd name="connsiteX66" fmla="*/ 37581 w 258961"/>
                <a:gd name="connsiteY66" fmla="*/ 9896 h 258961"/>
                <a:gd name="connsiteX67" fmla="*/ 38845 w 258961"/>
                <a:gd name="connsiteY67" fmla="*/ 12948 h 258961"/>
                <a:gd name="connsiteX68" fmla="*/ 38845 w 258961"/>
                <a:gd name="connsiteY68" fmla="*/ 30212 h 258961"/>
                <a:gd name="connsiteX69" fmla="*/ 30212 w 258961"/>
                <a:gd name="connsiteY69" fmla="*/ 30212 h 258961"/>
                <a:gd name="connsiteX70" fmla="*/ 30212 w 258961"/>
                <a:gd name="connsiteY70" fmla="*/ 12948 h 258961"/>
                <a:gd name="connsiteX71" fmla="*/ 47476 w 258961"/>
                <a:gd name="connsiteY71" fmla="*/ 241697 h 258961"/>
                <a:gd name="connsiteX72" fmla="*/ 50528 w 258961"/>
                <a:gd name="connsiteY72" fmla="*/ 242962 h 258961"/>
                <a:gd name="connsiteX73" fmla="*/ 51793 w 258961"/>
                <a:gd name="connsiteY73" fmla="*/ 246014 h 258961"/>
                <a:gd name="connsiteX74" fmla="*/ 50528 w 258961"/>
                <a:gd name="connsiteY74" fmla="*/ 249065 h 258961"/>
                <a:gd name="connsiteX75" fmla="*/ 47476 w 258961"/>
                <a:gd name="connsiteY75" fmla="*/ 250329 h 258961"/>
                <a:gd name="connsiteX76" fmla="*/ 12948 w 258961"/>
                <a:gd name="connsiteY76" fmla="*/ 250329 h 258961"/>
                <a:gd name="connsiteX77" fmla="*/ 9896 w 258961"/>
                <a:gd name="connsiteY77" fmla="*/ 249065 h 258961"/>
                <a:gd name="connsiteX78" fmla="*/ 8633 w 258961"/>
                <a:gd name="connsiteY78" fmla="*/ 246014 h 258961"/>
                <a:gd name="connsiteX79" fmla="*/ 9896 w 258961"/>
                <a:gd name="connsiteY79" fmla="*/ 242962 h 258961"/>
                <a:gd name="connsiteX80" fmla="*/ 12948 w 258961"/>
                <a:gd name="connsiteY80" fmla="*/ 241697 h 258961"/>
                <a:gd name="connsiteX81" fmla="*/ 47476 w 258961"/>
                <a:gd name="connsiteY81" fmla="*/ 241697 h 258961"/>
                <a:gd name="connsiteX82" fmla="*/ 25897 w 258961"/>
                <a:gd name="connsiteY82" fmla="*/ 233065 h 258961"/>
                <a:gd name="connsiteX83" fmla="*/ 25897 w 258961"/>
                <a:gd name="connsiteY83" fmla="*/ 220117 h 258961"/>
                <a:gd name="connsiteX84" fmla="*/ 34528 w 258961"/>
                <a:gd name="connsiteY84" fmla="*/ 220117 h 258961"/>
                <a:gd name="connsiteX85" fmla="*/ 34528 w 258961"/>
                <a:gd name="connsiteY85" fmla="*/ 233065 h 258961"/>
                <a:gd name="connsiteX86" fmla="*/ 25897 w 258961"/>
                <a:gd name="connsiteY86" fmla="*/ 233065 h 258961"/>
                <a:gd name="connsiteX87" fmla="*/ 246014 w 258961"/>
                <a:gd name="connsiteY87" fmla="*/ 241697 h 258961"/>
                <a:gd name="connsiteX88" fmla="*/ 249065 w 258961"/>
                <a:gd name="connsiteY88" fmla="*/ 242962 h 258961"/>
                <a:gd name="connsiteX89" fmla="*/ 250329 w 258961"/>
                <a:gd name="connsiteY89" fmla="*/ 246014 h 258961"/>
                <a:gd name="connsiteX90" fmla="*/ 249065 w 258961"/>
                <a:gd name="connsiteY90" fmla="*/ 249065 h 258961"/>
                <a:gd name="connsiteX91" fmla="*/ 246014 w 258961"/>
                <a:gd name="connsiteY91" fmla="*/ 250329 h 258961"/>
                <a:gd name="connsiteX92" fmla="*/ 211486 w 258961"/>
                <a:gd name="connsiteY92" fmla="*/ 250329 h 258961"/>
                <a:gd name="connsiteX93" fmla="*/ 208434 w 258961"/>
                <a:gd name="connsiteY93" fmla="*/ 249065 h 258961"/>
                <a:gd name="connsiteX94" fmla="*/ 207169 w 258961"/>
                <a:gd name="connsiteY94" fmla="*/ 246014 h 258961"/>
                <a:gd name="connsiteX95" fmla="*/ 208434 w 258961"/>
                <a:gd name="connsiteY95" fmla="*/ 242962 h 258961"/>
                <a:gd name="connsiteX96" fmla="*/ 211486 w 258961"/>
                <a:gd name="connsiteY96" fmla="*/ 241697 h 258961"/>
                <a:gd name="connsiteX97" fmla="*/ 246014 w 258961"/>
                <a:gd name="connsiteY97" fmla="*/ 241697 h 258961"/>
                <a:gd name="connsiteX98" fmla="*/ 224434 w 258961"/>
                <a:gd name="connsiteY98" fmla="*/ 233065 h 258961"/>
                <a:gd name="connsiteX99" fmla="*/ 224434 w 258961"/>
                <a:gd name="connsiteY99" fmla="*/ 220117 h 258961"/>
                <a:gd name="connsiteX100" fmla="*/ 233065 w 258961"/>
                <a:gd name="connsiteY100" fmla="*/ 220117 h 258961"/>
                <a:gd name="connsiteX101" fmla="*/ 233065 w 258961"/>
                <a:gd name="connsiteY101" fmla="*/ 233065 h 258961"/>
                <a:gd name="connsiteX102" fmla="*/ 224434 w 258961"/>
                <a:gd name="connsiteY102" fmla="*/ 233065 h 258961"/>
                <a:gd name="connsiteX103" fmla="*/ 12948 w 258961"/>
                <a:gd name="connsiteY103" fmla="*/ 211486 h 258961"/>
                <a:gd name="connsiteX104" fmla="*/ 9898 w 258961"/>
                <a:gd name="connsiteY104" fmla="*/ 210220 h 258961"/>
                <a:gd name="connsiteX105" fmla="*/ 8633 w 258961"/>
                <a:gd name="connsiteY105" fmla="*/ 207169 h 258961"/>
                <a:gd name="connsiteX106" fmla="*/ 8633 w 258961"/>
                <a:gd name="connsiteY106" fmla="*/ 43161 h 258961"/>
                <a:gd name="connsiteX107" fmla="*/ 9898 w 258961"/>
                <a:gd name="connsiteY107" fmla="*/ 40110 h 258961"/>
                <a:gd name="connsiteX108" fmla="*/ 12948 w 258961"/>
                <a:gd name="connsiteY108" fmla="*/ 38845 h 258961"/>
                <a:gd name="connsiteX109" fmla="*/ 246014 w 258961"/>
                <a:gd name="connsiteY109" fmla="*/ 38845 h 258961"/>
                <a:gd name="connsiteX110" fmla="*/ 249064 w 258961"/>
                <a:gd name="connsiteY110" fmla="*/ 40110 h 258961"/>
                <a:gd name="connsiteX111" fmla="*/ 250329 w 258961"/>
                <a:gd name="connsiteY111" fmla="*/ 43161 h 258961"/>
                <a:gd name="connsiteX112" fmla="*/ 250329 w 258961"/>
                <a:gd name="connsiteY112" fmla="*/ 207169 h 258961"/>
                <a:gd name="connsiteX113" fmla="*/ 249064 w 258961"/>
                <a:gd name="connsiteY113" fmla="*/ 210220 h 258961"/>
                <a:gd name="connsiteX114" fmla="*/ 246014 w 258961"/>
                <a:gd name="connsiteY114" fmla="*/ 211486 h 258961"/>
                <a:gd name="connsiteX115" fmla="*/ 12948 w 258961"/>
                <a:gd name="connsiteY115" fmla="*/ 211486 h 25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58961" h="258961">
                  <a:moveTo>
                    <a:pt x="246014" y="220117"/>
                  </a:moveTo>
                  <a:cubicBezTo>
                    <a:pt x="249446" y="220113"/>
                    <a:pt x="252737" y="218748"/>
                    <a:pt x="255164" y="216320"/>
                  </a:cubicBezTo>
                  <a:cubicBezTo>
                    <a:pt x="257592" y="213893"/>
                    <a:pt x="258957" y="210603"/>
                    <a:pt x="258962" y="207169"/>
                  </a:cubicBezTo>
                  <a:lnTo>
                    <a:pt x="258962" y="43161"/>
                  </a:lnTo>
                  <a:cubicBezTo>
                    <a:pt x="258957" y="39728"/>
                    <a:pt x="257592" y="36437"/>
                    <a:pt x="255164" y="34009"/>
                  </a:cubicBezTo>
                  <a:cubicBezTo>
                    <a:pt x="252737" y="31582"/>
                    <a:pt x="249446" y="30216"/>
                    <a:pt x="246014" y="30212"/>
                  </a:cubicBezTo>
                  <a:lnTo>
                    <a:pt x="237381" y="30212"/>
                  </a:lnTo>
                  <a:lnTo>
                    <a:pt x="237381" y="12948"/>
                  </a:lnTo>
                  <a:cubicBezTo>
                    <a:pt x="237381" y="9515"/>
                    <a:pt x="236017" y="6221"/>
                    <a:pt x="233589" y="3793"/>
                  </a:cubicBezTo>
                  <a:cubicBezTo>
                    <a:pt x="231160" y="1365"/>
                    <a:pt x="227868" y="0"/>
                    <a:pt x="224434" y="0"/>
                  </a:cubicBezTo>
                  <a:cubicBezTo>
                    <a:pt x="220999" y="0"/>
                    <a:pt x="217706" y="1365"/>
                    <a:pt x="215277" y="3793"/>
                  </a:cubicBezTo>
                  <a:cubicBezTo>
                    <a:pt x="212849" y="6221"/>
                    <a:pt x="211486" y="9515"/>
                    <a:pt x="211486" y="12948"/>
                  </a:cubicBezTo>
                  <a:lnTo>
                    <a:pt x="211486" y="30212"/>
                  </a:lnTo>
                  <a:lnTo>
                    <a:pt x="47476" y="30212"/>
                  </a:lnTo>
                  <a:lnTo>
                    <a:pt x="47476" y="12948"/>
                  </a:lnTo>
                  <a:cubicBezTo>
                    <a:pt x="47476" y="9515"/>
                    <a:pt x="46112" y="6221"/>
                    <a:pt x="43685" y="3793"/>
                  </a:cubicBezTo>
                  <a:cubicBezTo>
                    <a:pt x="41256" y="1365"/>
                    <a:pt x="37963" y="0"/>
                    <a:pt x="34528" y="0"/>
                  </a:cubicBezTo>
                  <a:cubicBezTo>
                    <a:pt x="31094" y="0"/>
                    <a:pt x="27802" y="1365"/>
                    <a:pt x="25373" y="3793"/>
                  </a:cubicBezTo>
                  <a:cubicBezTo>
                    <a:pt x="22945" y="6221"/>
                    <a:pt x="21581" y="9515"/>
                    <a:pt x="21581" y="12948"/>
                  </a:cubicBezTo>
                  <a:lnTo>
                    <a:pt x="21581" y="30212"/>
                  </a:lnTo>
                  <a:lnTo>
                    <a:pt x="12948" y="30212"/>
                  </a:lnTo>
                  <a:cubicBezTo>
                    <a:pt x="9515" y="30216"/>
                    <a:pt x="6225" y="31582"/>
                    <a:pt x="3798" y="34009"/>
                  </a:cubicBezTo>
                  <a:cubicBezTo>
                    <a:pt x="1370" y="36437"/>
                    <a:pt x="5" y="39728"/>
                    <a:pt x="0" y="43161"/>
                  </a:cubicBezTo>
                  <a:lnTo>
                    <a:pt x="0" y="207169"/>
                  </a:lnTo>
                  <a:cubicBezTo>
                    <a:pt x="5" y="210603"/>
                    <a:pt x="1370" y="213893"/>
                    <a:pt x="3798" y="216320"/>
                  </a:cubicBezTo>
                  <a:cubicBezTo>
                    <a:pt x="6225" y="218748"/>
                    <a:pt x="9515" y="220113"/>
                    <a:pt x="12948" y="220117"/>
                  </a:cubicBezTo>
                  <a:lnTo>
                    <a:pt x="17265" y="220117"/>
                  </a:lnTo>
                  <a:lnTo>
                    <a:pt x="17265" y="233065"/>
                  </a:lnTo>
                  <a:lnTo>
                    <a:pt x="12948" y="233065"/>
                  </a:lnTo>
                  <a:cubicBezTo>
                    <a:pt x="9515" y="233065"/>
                    <a:pt x="6221" y="234429"/>
                    <a:pt x="3793" y="236858"/>
                  </a:cubicBezTo>
                  <a:cubicBezTo>
                    <a:pt x="1365" y="239286"/>
                    <a:pt x="0" y="242579"/>
                    <a:pt x="0" y="246014"/>
                  </a:cubicBezTo>
                  <a:cubicBezTo>
                    <a:pt x="0" y="249447"/>
                    <a:pt x="1365" y="252741"/>
                    <a:pt x="3793" y="255169"/>
                  </a:cubicBezTo>
                  <a:cubicBezTo>
                    <a:pt x="6221" y="257597"/>
                    <a:pt x="9515" y="258962"/>
                    <a:pt x="12948" y="258962"/>
                  </a:cubicBezTo>
                  <a:lnTo>
                    <a:pt x="47476" y="258962"/>
                  </a:lnTo>
                  <a:cubicBezTo>
                    <a:pt x="50911" y="258962"/>
                    <a:pt x="54204" y="257597"/>
                    <a:pt x="56632" y="255169"/>
                  </a:cubicBezTo>
                  <a:cubicBezTo>
                    <a:pt x="59061" y="252741"/>
                    <a:pt x="60425" y="249447"/>
                    <a:pt x="60425" y="246014"/>
                  </a:cubicBezTo>
                  <a:cubicBezTo>
                    <a:pt x="60425" y="242579"/>
                    <a:pt x="59061" y="239286"/>
                    <a:pt x="56632" y="236858"/>
                  </a:cubicBezTo>
                  <a:cubicBezTo>
                    <a:pt x="54204" y="234429"/>
                    <a:pt x="50911" y="233065"/>
                    <a:pt x="47476" y="233065"/>
                  </a:cubicBezTo>
                  <a:lnTo>
                    <a:pt x="43161" y="233065"/>
                  </a:lnTo>
                  <a:lnTo>
                    <a:pt x="43161" y="220117"/>
                  </a:lnTo>
                  <a:lnTo>
                    <a:pt x="215801" y="220117"/>
                  </a:lnTo>
                  <a:lnTo>
                    <a:pt x="215801" y="233065"/>
                  </a:lnTo>
                  <a:lnTo>
                    <a:pt x="211486" y="233065"/>
                  </a:lnTo>
                  <a:cubicBezTo>
                    <a:pt x="208051" y="233065"/>
                    <a:pt x="204758" y="234429"/>
                    <a:pt x="202330" y="236858"/>
                  </a:cubicBezTo>
                  <a:cubicBezTo>
                    <a:pt x="199901" y="239286"/>
                    <a:pt x="198537" y="242579"/>
                    <a:pt x="198537" y="246014"/>
                  </a:cubicBezTo>
                  <a:cubicBezTo>
                    <a:pt x="198537" y="249447"/>
                    <a:pt x="199901" y="252741"/>
                    <a:pt x="202330" y="255169"/>
                  </a:cubicBezTo>
                  <a:cubicBezTo>
                    <a:pt x="204758" y="257597"/>
                    <a:pt x="208051" y="258962"/>
                    <a:pt x="211486" y="258962"/>
                  </a:cubicBezTo>
                  <a:lnTo>
                    <a:pt x="246014" y="258962"/>
                  </a:lnTo>
                  <a:cubicBezTo>
                    <a:pt x="249447" y="258962"/>
                    <a:pt x="252741" y="257597"/>
                    <a:pt x="255169" y="255169"/>
                  </a:cubicBezTo>
                  <a:cubicBezTo>
                    <a:pt x="257597" y="252741"/>
                    <a:pt x="258962" y="249447"/>
                    <a:pt x="258962" y="246014"/>
                  </a:cubicBezTo>
                  <a:cubicBezTo>
                    <a:pt x="258962" y="242579"/>
                    <a:pt x="257597" y="239286"/>
                    <a:pt x="255169" y="236858"/>
                  </a:cubicBezTo>
                  <a:cubicBezTo>
                    <a:pt x="252741" y="234429"/>
                    <a:pt x="249447" y="233065"/>
                    <a:pt x="246014" y="233065"/>
                  </a:cubicBezTo>
                  <a:lnTo>
                    <a:pt x="241697" y="233065"/>
                  </a:lnTo>
                  <a:lnTo>
                    <a:pt x="241697" y="220117"/>
                  </a:lnTo>
                  <a:lnTo>
                    <a:pt x="246014" y="220117"/>
                  </a:lnTo>
                  <a:close/>
                  <a:moveTo>
                    <a:pt x="220117" y="12948"/>
                  </a:moveTo>
                  <a:cubicBezTo>
                    <a:pt x="220117" y="11803"/>
                    <a:pt x="220572" y="10706"/>
                    <a:pt x="221381" y="9896"/>
                  </a:cubicBezTo>
                  <a:cubicBezTo>
                    <a:pt x="222191" y="9087"/>
                    <a:pt x="223289" y="8633"/>
                    <a:pt x="224434" y="8633"/>
                  </a:cubicBezTo>
                  <a:cubicBezTo>
                    <a:pt x="225578" y="8633"/>
                    <a:pt x="226676" y="9087"/>
                    <a:pt x="227486" y="9896"/>
                  </a:cubicBezTo>
                  <a:cubicBezTo>
                    <a:pt x="228294" y="10706"/>
                    <a:pt x="228750" y="11803"/>
                    <a:pt x="228750" y="12948"/>
                  </a:cubicBezTo>
                  <a:lnTo>
                    <a:pt x="228750" y="30212"/>
                  </a:lnTo>
                  <a:lnTo>
                    <a:pt x="220117" y="30212"/>
                  </a:lnTo>
                  <a:lnTo>
                    <a:pt x="220117" y="12948"/>
                  </a:lnTo>
                  <a:close/>
                  <a:moveTo>
                    <a:pt x="30212" y="12948"/>
                  </a:moveTo>
                  <a:cubicBezTo>
                    <a:pt x="30212" y="11803"/>
                    <a:pt x="30668" y="10706"/>
                    <a:pt x="31476" y="9896"/>
                  </a:cubicBezTo>
                  <a:cubicBezTo>
                    <a:pt x="32286" y="9087"/>
                    <a:pt x="33384" y="8633"/>
                    <a:pt x="34528" y="8633"/>
                  </a:cubicBezTo>
                  <a:cubicBezTo>
                    <a:pt x="35673" y="8633"/>
                    <a:pt x="36771" y="9087"/>
                    <a:pt x="37581" y="9896"/>
                  </a:cubicBezTo>
                  <a:cubicBezTo>
                    <a:pt x="38390" y="10706"/>
                    <a:pt x="38845" y="11803"/>
                    <a:pt x="38845" y="12948"/>
                  </a:cubicBezTo>
                  <a:lnTo>
                    <a:pt x="38845" y="30212"/>
                  </a:lnTo>
                  <a:lnTo>
                    <a:pt x="30212" y="30212"/>
                  </a:lnTo>
                  <a:lnTo>
                    <a:pt x="30212" y="12948"/>
                  </a:lnTo>
                  <a:close/>
                  <a:moveTo>
                    <a:pt x="47476" y="241697"/>
                  </a:moveTo>
                  <a:cubicBezTo>
                    <a:pt x="48621" y="241697"/>
                    <a:pt x="49720" y="242152"/>
                    <a:pt x="50528" y="242962"/>
                  </a:cubicBezTo>
                  <a:cubicBezTo>
                    <a:pt x="51338" y="243770"/>
                    <a:pt x="51793" y="244869"/>
                    <a:pt x="51793" y="246014"/>
                  </a:cubicBezTo>
                  <a:cubicBezTo>
                    <a:pt x="51793" y="247159"/>
                    <a:pt x="51338" y="248256"/>
                    <a:pt x="50528" y="249065"/>
                  </a:cubicBezTo>
                  <a:cubicBezTo>
                    <a:pt x="49720" y="249875"/>
                    <a:pt x="48621" y="250329"/>
                    <a:pt x="47476" y="250329"/>
                  </a:cubicBezTo>
                  <a:lnTo>
                    <a:pt x="12948" y="250329"/>
                  </a:lnTo>
                  <a:cubicBezTo>
                    <a:pt x="11803" y="250329"/>
                    <a:pt x="10706" y="249875"/>
                    <a:pt x="9896" y="249065"/>
                  </a:cubicBezTo>
                  <a:cubicBezTo>
                    <a:pt x="9087" y="248256"/>
                    <a:pt x="8633" y="247159"/>
                    <a:pt x="8633" y="246014"/>
                  </a:cubicBezTo>
                  <a:cubicBezTo>
                    <a:pt x="8633" y="244869"/>
                    <a:pt x="9087" y="243770"/>
                    <a:pt x="9896" y="242962"/>
                  </a:cubicBezTo>
                  <a:cubicBezTo>
                    <a:pt x="10706" y="242152"/>
                    <a:pt x="11803" y="241697"/>
                    <a:pt x="12948" y="241697"/>
                  </a:cubicBezTo>
                  <a:lnTo>
                    <a:pt x="47476" y="241697"/>
                  </a:lnTo>
                  <a:close/>
                  <a:moveTo>
                    <a:pt x="25897" y="233065"/>
                  </a:moveTo>
                  <a:lnTo>
                    <a:pt x="25897" y="220117"/>
                  </a:lnTo>
                  <a:lnTo>
                    <a:pt x="34528" y="220117"/>
                  </a:lnTo>
                  <a:lnTo>
                    <a:pt x="34528" y="233065"/>
                  </a:lnTo>
                  <a:lnTo>
                    <a:pt x="25897" y="233065"/>
                  </a:lnTo>
                  <a:close/>
                  <a:moveTo>
                    <a:pt x="246014" y="241697"/>
                  </a:moveTo>
                  <a:cubicBezTo>
                    <a:pt x="247159" y="241697"/>
                    <a:pt x="248256" y="242152"/>
                    <a:pt x="249065" y="242962"/>
                  </a:cubicBezTo>
                  <a:cubicBezTo>
                    <a:pt x="249875" y="243770"/>
                    <a:pt x="250329" y="244869"/>
                    <a:pt x="250329" y="246014"/>
                  </a:cubicBezTo>
                  <a:cubicBezTo>
                    <a:pt x="250329" y="247159"/>
                    <a:pt x="249875" y="248256"/>
                    <a:pt x="249065" y="249065"/>
                  </a:cubicBezTo>
                  <a:cubicBezTo>
                    <a:pt x="248256" y="249875"/>
                    <a:pt x="247159" y="250329"/>
                    <a:pt x="246014" y="250329"/>
                  </a:cubicBezTo>
                  <a:lnTo>
                    <a:pt x="211486" y="250329"/>
                  </a:lnTo>
                  <a:cubicBezTo>
                    <a:pt x="210341" y="250329"/>
                    <a:pt x="209242" y="249875"/>
                    <a:pt x="208434" y="249065"/>
                  </a:cubicBezTo>
                  <a:cubicBezTo>
                    <a:pt x="207624" y="248256"/>
                    <a:pt x="207169" y="247159"/>
                    <a:pt x="207169" y="246014"/>
                  </a:cubicBezTo>
                  <a:cubicBezTo>
                    <a:pt x="207169" y="244869"/>
                    <a:pt x="207624" y="243770"/>
                    <a:pt x="208434" y="242962"/>
                  </a:cubicBezTo>
                  <a:cubicBezTo>
                    <a:pt x="209242" y="242152"/>
                    <a:pt x="210341" y="241697"/>
                    <a:pt x="211486" y="241697"/>
                  </a:cubicBezTo>
                  <a:lnTo>
                    <a:pt x="246014" y="241697"/>
                  </a:lnTo>
                  <a:close/>
                  <a:moveTo>
                    <a:pt x="224434" y="233065"/>
                  </a:moveTo>
                  <a:lnTo>
                    <a:pt x="224434" y="220117"/>
                  </a:lnTo>
                  <a:lnTo>
                    <a:pt x="233065" y="220117"/>
                  </a:lnTo>
                  <a:lnTo>
                    <a:pt x="233065" y="233065"/>
                  </a:lnTo>
                  <a:lnTo>
                    <a:pt x="224434" y="233065"/>
                  </a:lnTo>
                  <a:close/>
                  <a:moveTo>
                    <a:pt x="12948" y="211486"/>
                  </a:moveTo>
                  <a:cubicBezTo>
                    <a:pt x="11804" y="211484"/>
                    <a:pt x="10707" y="211029"/>
                    <a:pt x="9898" y="210220"/>
                  </a:cubicBezTo>
                  <a:cubicBezTo>
                    <a:pt x="9089" y="209411"/>
                    <a:pt x="8633" y="208314"/>
                    <a:pt x="8633" y="207169"/>
                  </a:cubicBezTo>
                  <a:lnTo>
                    <a:pt x="8633" y="43161"/>
                  </a:lnTo>
                  <a:cubicBezTo>
                    <a:pt x="8633" y="42017"/>
                    <a:pt x="9089" y="40919"/>
                    <a:pt x="9898" y="40110"/>
                  </a:cubicBezTo>
                  <a:cubicBezTo>
                    <a:pt x="10707" y="39301"/>
                    <a:pt x="11804" y="38846"/>
                    <a:pt x="12948" y="38845"/>
                  </a:cubicBezTo>
                  <a:lnTo>
                    <a:pt x="246014" y="38845"/>
                  </a:lnTo>
                  <a:cubicBezTo>
                    <a:pt x="247158" y="38846"/>
                    <a:pt x="248255" y="39301"/>
                    <a:pt x="249064" y="40110"/>
                  </a:cubicBezTo>
                  <a:cubicBezTo>
                    <a:pt x="249873" y="40919"/>
                    <a:pt x="250328" y="42017"/>
                    <a:pt x="250329" y="43161"/>
                  </a:cubicBezTo>
                  <a:lnTo>
                    <a:pt x="250329" y="207169"/>
                  </a:lnTo>
                  <a:cubicBezTo>
                    <a:pt x="250328" y="208314"/>
                    <a:pt x="249873" y="209411"/>
                    <a:pt x="249064" y="210220"/>
                  </a:cubicBezTo>
                  <a:cubicBezTo>
                    <a:pt x="248255" y="211029"/>
                    <a:pt x="247158" y="211484"/>
                    <a:pt x="246014" y="211486"/>
                  </a:cubicBezTo>
                  <a:lnTo>
                    <a:pt x="12948" y="2114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27E4513-67F0-0D8A-4522-DE37BD097F5A}"/>
                </a:ext>
              </a:extLst>
            </p:cNvPr>
            <p:cNvSpPr/>
            <p:nvPr/>
          </p:nvSpPr>
          <p:spPr>
            <a:xfrm>
              <a:off x="9579626" y="5249173"/>
              <a:ext cx="51793" cy="51792"/>
            </a:xfrm>
            <a:custGeom>
              <a:avLst/>
              <a:gdLst>
                <a:gd name="connsiteX0" fmla="*/ 43161 w 51793"/>
                <a:gd name="connsiteY0" fmla="*/ 4856 h 51792"/>
                <a:gd name="connsiteX1" fmla="*/ 43161 w 51793"/>
                <a:gd name="connsiteY1" fmla="*/ 0 h 51792"/>
                <a:gd name="connsiteX2" fmla="*/ 8633 w 51793"/>
                <a:gd name="connsiteY2" fmla="*/ 0 h 51792"/>
                <a:gd name="connsiteX3" fmla="*/ 8633 w 51793"/>
                <a:gd name="connsiteY3" fmla="*/ 4856 h 51792"/>
                <a:gd name="connsiteX4" fmla="*/ 7525 w 51793"/>
                <a:gd name="connsiteY4" fmla="*/ 7525 h 51792"/>
                <a:gd name="connsiteX5" fmla="*/ 4856 w 51793"/>
                <a:gd name="connsiteY5" fmla="*/ 8633 h 51792"/>
                <a:gd name="connsiteX6" fmla="*/ 0 w 51793"/>
                <a:gd name="connsiteY6" fmla="*/ 8633 h 51792"/>
                <a:gd name="connsiteX7" fmla="*/ 0 w 51793"/>
                <a:gd name="connsiteY7" fmla="*/ 43161 h 51792"/>
                <a:gd name="connsiteX8" fmla="*/ 4856 w 51793"/>
                <a:gd name="connsiteY8" fmla="*/ 43161 h 51792"/>
                <a:gd name="connsiteX9" fmla="*/ 7525 w 51793"/>
                <a:gd name="connsiteY9" fmla="*/ 44267 h 51792"/>
                <a:gd name="connsiteX10" fmla="*/ 8633 w 51793"/>
                <a:gd name="connsiteY10" fmla="*/ 46937 h 51792"/>
                <a:gd name="connsiteX11" fmla="*/ 8633 w 51793"/>
                <a:gd name="connsiteY11" fmla="*/ 51792 h 51792"/>
                <a:gd name="connsiteX12" fmla="*/ 43161 w 51793"/>
                <a:gd name="connsiteY12" fmla="*/ 51792 h 51792"/>
                <a:gd name="connsiteX13" fmla="*/ 43161 w 51793"/>
                <a:gd name="connsiteY13" fmla="*/ 46937 h 51792"/>
                <a:gd name="connsiteX14" fmla="*/ 44268 w 51793"/>
                <a:gd name="connsiteY14" fmla="*/ 44267 h 51792"/>
                <a:gd name="connsiteX15" fmla="*/ 46937 w 51793"/>
                <a:gd name="connsiteY15" fmla="*/ 43161 h 51792"/>
                <a:gd name="connsiteX16" fmla="*/ 51793 w 51793"/>
                <a:gd name="connsiteY16" fmla="*/ 43161 h 51792"/>
                <a:gd name="connsiteX17" fmla="*/ 51793 w 51793"/>
                <a:gd name="connsiteY17" fmla="*/ 8633 h 51792"/>
                <a:gd name="connsiteX18" fmla="*/ 46937 w 51793"/>
                <a:gd name="connsiteY18" fmla="*/ 8633 h 51792"/>
                <a:gd name="connsiteX19" fmla="*/ 44268 w 51793"/>
                <a:gd name="connsiteY19" fmla="*/ 7525 h 51792"/>
                <a:gd name="connsiteX20" fmla="*/ 43161 w 51793"/>
                <a:gd name="connsiteY20" fmla="*/ 4856 h 51792"/>
                <a:gd name="connsiteX21" fmla="*/ 43161 w 51793"/>
                <a:gd name="connsiteY21" fmla="*/ 4856 h 51792"/>
                <a:gd name="connsiteX22" fmla="*/ 43161 w 51793"/>
                <a:gd name="connsiteY22" fmla="*/ 35116 h 51792"/>
                <a:gd name="connsiteX23" fmla="*/ 38168 w 51793"/>
                <a:gd name="connsiteY23" fmla="*/ 38167 h 51792"/>
                <a:gd name="connsiteX24" fmla="*/ 35116 w 51793"/>
                <a:gd name="connsiteY24" fmla="*/ 43161 h 51792"/>
                <a:gd name="connsiteX25" fmla="*/ 16677 w 51793"/>
                <a:gd name="connsiteY25" fmla="*/ 43161 h 51792"/>
                <a:gd name="connsiteX26" fmla="*/ 13626 w 51793"/>
                <a:gd name="connsiteY26" fmla="*/ 38167 h 51792"/>
                <a:gd name="connsiteX27" fmla="*/ 8633 w 51793"/>
                <a:gd name="connsiteY27" fmla="*/ 35116 h 51792"/>
                <a:gd name="connsiteX28" fmla="*/ 8633 w 51793"/>
                <a:gd name="connsiteY28" fmla="*/ 16677 h 51792"/>
                <a:gd name="connsiteX29" fmla="*/ 13626 w 51793"/>
                <a:gd name="connsiteY29" fmla="*/ 13626 h 51792"/>
                <a:gd name="connsiteX30" fmla="*/ 16677 w 51793"/>
                <a:gd name="connsiteY30" fmla="*/ 8633 h 51792"/>
                <a:gd name="connsiteX31" fmla="*/ 35116 w 51793"/>
                <a:gd name="connsiteY31" fmla="*/ 8633 h 51792"/>
                <a:gd name="connsiteX32" fmla="*/ 38168 w 51793"/>
                <a:gd name="connsiteY32" fmla="*/ 13626 h 51792"/>
                <a:gd name="connsiteX33" fmla="*/ 43161 w 51793"/>
                <a:gd name="connsiteY33" fmla="*/ 16677 h 51792"/>
                <a:gd name="connsiteX34" fmla="*/ 43161 w 51793"/>
                <a:gd name="connsiteY34" fmla="*/ 35116 h 5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1793" h="51792">
                  <a:moveTo>
                    <a:pt x="43161" y="4856"/>
                  </a:moveTo>
                  <a:lnTo>
                    <a:pt x="43161" y="0"/>
                  </a:lnTo>
                  <a:lnTo>
                    <a:pt x="8633" y="0"/>
                  </a:lnTo>
                  <a:lnTo>
                    <a:pt x="8633" y="4856"/>
                  </a:lnTo>
                  <a:cubicBezTo>
                    <a:pt x="8632" y="5857"/>
                    <a:pt x="8233" y="6817"/>
                    <a:pt x="7525" y="7525"/>
                  </a:cubicBezTo>
                  <a:cubicBezTo>
                    <a:pt x="6817" y="8232"/>
                    <a:pt x="5857" y="8632"/>
                    <a:pt x="4856" y="8633"/>
                  </a:cubicBezTo>
                  <a:lnTo>
                    <a:pt x="0" y="8633"/>
                  </a:lnTo>
                  <a:lnTo>
                    <a:pt x="0" y="43161"/>
                  </a:lnTo>
                  <a:lnTo>
                    <a:pt x="4856" y="43161"/>
                  </a:lnTo>
                  <a:cubicBezTo>
                    <a:pt x="5857" y="43162"/>
                    <a:pt x="6817" y="43560"/>
                    <a:pt x="7525" y="44267"/>
                  </a:cubicBezTo>
                  <a:cubicBezTo>
                    <a:pt x="8233" y="44976"/>
                    <a:pt x="8632" y="45935"/>
                    <a:pt x="8633" y="46937"/>
                  </a:cubicBezTo>
                  <a:lnTo>
                    <a:pt x="8633" y="51792"/>
                  </a:lnTo>
                  <a:lnTo>
                    <a:pt x="43161" y="51792"/>
                  </a:lnTo>
                  <a:lnTo>
                    <a:pt x="43161" y="46937"/>
                  </a:lnTo>
                  <a:cubicBezTo>
                    <a:pt x="43162" y="45935"/>
                    <a:pt x="43560" y="44976"/>
                    <a:pt x="44268" y="44267"/>
                  </a:cubicBezTo>
                  <a:cubicBezTo>
                    <a:pt x="44976" y="43560"/>
                    <a:pt x="45936" y="43162"/>
                    <a:pt x="46937" y="43161"/>
                  </a:cubicBezTo>
                  <a:lnTo>
                    <a:pt x="51793" y="43161"/>
                  </a:lnTo>
                  <a:lnTo>
                    <a:pt x="51793" y="8633"/>
                  </a:lnTo>
                  <a:lnTo>
                    <a:pt x="46937" y="8633"/>
                  </a:lnTo>
                  <a:cubicBezTo>
                    <a:pt x="45936" y="8632"/>
                    <a:pt x="44976" y="8232"/>
                    <a:pt x="44268" y="7525"/>
                  </a:cubicBezTo>
                  <a:cubicBezTo>
                    <a:pt x="43560" y="6817"/>
                    <a:pt x="43162" y="5857"/>
                    <a:pt x="43161" y="4856"/>
                  </a:cubicBezTo>
                  <a:lnTo>
                    <a:pt x="43161" y="4856"/>
                  </a:lnTo>
                  <a:close/>
                  <a:moveTo>
                    <a:pt x="43161" y="35116"/>
                  </a:moveTo>
                  <a:cubicBezTo>
                    <a:pt x="41278" y="35723"/>
                    <a:pt x="39566" y="36768"/>
                    <a:pt x="38168" y="38167"/>
                  </a:cubicBezTo>
                  <a:cubicBezTo>
                    <a:pt x="36768" y="39566"/>
                    <a:pt x="35723" y="41278"/>
                    <a:pt x="35116" y="43161"/>
                  </a:cubicBezTo>
                  <a:lnTo>
                    <a:pt x="16677" y="43161"/>
                  </a:lnTo>
                  <a:cubicBezTo>
                    <a:pt x="16071" y="41278"/>
                    <a:pt x="15025" y="39566"/>
                    <a:pt x="13626" y="38167"/>
                  </a:cubicBezTo>
                  <a:cubicBezTo>
                    <a:pt x="12227" y="36768"/>
                    <a:pt x="10516" y="35723"/>
                    <a:pt x="8633" y="35116"/>
                  </a:cubicBezTo>
                  <a:lnTo>
                    <a:pt x="8633" y="16677"/>
                  </a:lnTo>
                  <a:cubicBezTo>
                    <a:pt x="10516" y="16071"/>
                    <a:pt x="12227" y="15025"/>
                    <a:pt x="13626" y="13626"/>
                  </a:cubicBezTo>
                  <a:cubicBezTo>
                    <a:pt x="15025" y="12227"/>
                    <a:pt x="16071" y="10516"/>
                    <a:pt x="16677" y="8633"/>
                  </a:cubicBezTo>
                  <a:lnTo>
                    <a:pt x="35116" y="8633"/>
                  </a:lnTo>
                  <a:cubicBezTo>
                    <a:pt x="35723" y="10516"/>
                    <a:pt x="36768" y="12227"/>
                    <a:pt x="38168" y="13626"/>
                  </a:cubicBezTo>
                  <a:cubicBezTo>
                    <a:pt x="39566" y="15025"/>
                    <a:pt x="41278" y="16071"/>
                    <a:pt x="43161" y="16677"/>
                  </a:cubicBezTo>
                  <a:lnTo>
                    <a:pt x="43161" y="351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8DA81E2-6A2A-C9F3-56B2-5908B1DBF5B9}"/>
                </a:ext>
              </a:extLst>
            </p:cNvPr>
            <p:cNvSpPr/>
            <p:nvPr/>
          </p:nvSpPr>
          <p:spPr>
            <a:xfrm>
              <a:off x="9493288" y="5197343"/>
              <a:ext cx="224442" cy="155451"/>
            </a:xfrm>
            <a:custGeom>
              <a:avLst/>
              <a:gdLst>
                <a:gd name="connsiteX0" fmla="*/ 211494 w 224442"/>
                <a:gd name="connsiteY0" fmla="*/ 86357 h 155451"/>
                <a:gd name="connsiteX1" fmla="*/ 205915 w 224442"/>
                <a:gd name="connsiteY1" fmla="*/ 87623 h 155451"/>
                <a:gd name="connsiteX2" fmla="*/ 195495 w 224442"/>
                <a:gd name="connsiteY2" fmla="*/ 77202 h 155451"/>
                <a:gd name="connsiteX3" fmla="*/ 191296 w 224442"/>
                <a:gd name="connsiteY3" fmla="*/ 74389 h 155451"/>
                <a:gd name="connsiteX4" fmla="*/ 186339 w 224442"/>
                <a:gd name="connsiteY4" fmla="*/ 73410 h 155451"/>
                <a:gd name="connsiteX5" fmla="*/ 155386 w 224442"/>
                <a:gd name="connsiteY5" fmla="*/ 73410 h 155451"/>
                <a:gd name="connsiteX6" fmla="*/ 155386 w 224442"/>
                <a:gd name="connsiteY6" fmla="*/ 64778 h 155451"/>
                <a:gd name="connsiteX7" fmla="*/ 177707 w 224442"/>
                <a:gd name="connsiteY7" fmla="*/ 64778 h 155451"/>
                <a:gd name="connsiteX8" fmla="*/ 182665 w 224442"/>
                <a:gd name="connsiteY8" fmla="*/ 63798 h 155451"/>
                <a:gd name="connsiteX9" fmla="*/ 186862 w 224442"/>
                <a:gd name="connsiteY9" fmla="*/ 60985 h 155451"/>
                <a:gd name="connsiteX10" fmla="*/ 198965 w 224442"/>
                <a:gd name="connsiteY10" fmla="*/ 48883 h 155451"/>
                <a:gd name="connsiteX11" fmla="*/ 207324 w 224442"/>
                <a:gd name="connsiteY11" fmla="*/ 51831 h 155451"/>
                <a:gd name="connsiteX12" fmla="*/ 215624 w 224442"/>
                <a:gd name="connsiteY12" fmla="*/ 48720 h 155451"/>
                <a:gd name="connsiteX13" fmla="*/ 219987 w 224442"/>
                <a:gd name="connsiteY13" fmla="*/ 41004 h 155451"/>
                <a:gd name="connsiteX14" fmla="*/ 218373 w 224442"/>
                <a:gd name="connsiteY14" fmla="*/ 32288 h 155451"/>
                <a:gd name="connsiteX15" fmla="*/ 211537 w 224442"/>
                <a:gd name="connsiteY15" fmla="*/ 26645 h 155451"/>
                <a:gd name="connsiteX16" fmla="*/ 202673 w 224442"/>
                <a:gd name="connsiteY16" fmla="*/ 26713 h 155451"/>
                <a:gd name="connsiteX17" fmla="*/ 195924 w 224442"/>
                <a:gd name="connsiteY17" fmla="*/ 32459 h 155451"/>
                <a:gd name="connsiteX18" fmla="*/ 194442 w 224442"/>
                <a:gd name="connsiteY18" fmla="*/ 41198 h 155451"/>
                <a:gd name="connsiteX19" fmla="*/ 180759 w 224442"/>
                <a:gd name="connsiteY19" fmla="*/ 54881 h 155451"/>
                <a:gd name="connsiteX20" fmla="*/ 179360 w 224442"/>
                <a:gd name="connsiteY20" fmla="*/ 55819 h 155451"/>
                <a:gd name="connsiteX21" fmla="*/ 177707 w 224442"/>
                <a:gd name="connsiteY21" fmla="*/ 56146 h 155451"/>
                <a:gd name="connsiteX22" fmla="*/ 155386 w 224442"/>
                <a:gd name="connsiteY22" fmla="*/ 56146 h 155451"/>
                <a:gd name="connsiteX23" fmla="*/ 155386 w 224442"/>
                <a:gd name="connsiteY23" fmla="*/ 47513 h 155451"/>
                <a:gd name="connsiteX24" fmla="*/ 155175 w 224442"/>
                <a:gd name="connsiteY24" fmla="*/ 45197 h 155451"/>
                <a:gd name="connsiteX25" fmla="*/ 171387 w 224442"/>
                <a:gd name="connsiteY25" fmla="*/ 28984 h 155451"/>
                <a:gd name="connsiteX26" fmla="*/ 180236 w 224442"/>
                <a:gd name="connsiteY26" fmla="*/ 29831 h 155451"/>
                <a:gd name="connsiteX27" fmla="*/ 187546 w 224442"/>
                <a:gd name="connsiteY27" fmla="*/ 24775 h 155451"/>
                <a:gd name="connsiteX28" fmla="*/ 189877 w 224442"/>
                <a:gd name="connsiteY28" fmla="*/ 16198 h 155451"/>
                <a:gd name="connsiteX29" fmla="*/ 186130 w 224442"/>
                <a:gd name="connsiteY29" fmla="*/ 8137 h 155451"/>
                <a:gd name="connsiteX30" fmla="*/ 178070 w 224442"/>
                <a:gd name="connsiteY30" fmla="*/ 4390 h 155451"/>
                <a:gd name="connsiteX31" fmla="*/ 169492 w 224442"/>
                <a:gd name="connsiteY31" fmla="*/ 6721 h 155451"/>
                <a:gd name="connsiteX32" fmla="*/ 164437 w 224442"/>
                <a:gd name="connsiteY32" fmla="*/ 14032 h 155451"/>
                <a:gd name="connsiteX33" fmla="*/ 165284 w 224442"/>
                <a:gd name="connsiteY33" fmla="*/ 22881 h 155451"/>
                <a:gd name="connsiteX34" fmla="*/ 150652 w 224442"/>
                <a:gd name="connsiteY34" fmla="*/ 37512 h 155451"/>
                <a:gd name="connsiteX35" fmla="*/ 142438 w 224442"/>
                <a:gd name="connsiteY35" fmla="*/ 34565 h 155451"/>
                <a:gd name="connsiteX36" fmla="*/ 125174 w 224442"/>
                <a:gd name="connsiteY36" fmla="*/ 34565 h 155451"/>
                <a:gd name="connsiteX37" fmla="*/ 125174 w 224442"/>
                <a:gd name="connsiteY37" fmla="*/ 25934 h 155451"/>
                <a:gd name="connsiteX38" fmla="*/ 126440 w 224442"/>
                <a:gd name="connsiteY38" fmla="*/ 22883 h 155451"/>
                <a:gd name="connsiteX39" fmla="*/ 129490 w 224442"/>
                <a:gd name="connsiteY39" fmla="*/ 21618 h 155451"/>
                <a:gd name="connsiteX40" fmla="*/ 132798 w 224442"/>
                <a:gd name="connsiteY40" fmla="*/ 21618 h 155451"/>
                <a:gd name="connsiteX41" fmla="*/ 140553 w 224442"/>
                <a:gd name="connsiteY41" fmla="*/ 25780 h 155451"/>
                <a:gd name="connsiteX42" fmla="*/ 149177 w 224442"/>
                <a:gd name="connsiteY42" fmla="*/ 24018 h 155451"/>
                <a:gd name="connsiteX43" fmla="*/ 154679 w 224442"/>
                <a:gd name="connsiteY43" fmla="*/ 17148 h 155451"/>
                <a:gd name="connsiteX44" fmla="*/ 154513 w 224442"/>
                <a:gd name="connsiteY44" fmla="*/ 8348 h 155451"/>
                <a:gd name="connsiteX45" fmla="*/ 148756 w 224442"/>
                <a:gd name="connsiteY45" fmla="*/ 1690 h 155451"/>
                <a:gd name="connsiteX46" fmla="*/ 140072 w 224442"/>
                <a:gd name="connsiteY46" fmla="*/ 254 h 155451"/>
                <a:gd name="connsiteX47" fmla="*/ 132478 w 224442"/>
                <a:gd name="connsiteY47" fmla="*/ 4706 h 155451"/>
                <a:gd name="connsiteX48" fmla="*/ 129490 w 224442"/>
                <a:gd name="connsiteY48" fmla="*/ 12985 h 155451"/>
                <a:gd name="connsiteX49" fmla="*/ 120339 w 224442"/>
                <a:gd name="connsiteY49" fmla="*/ 16782 h 155451"/>
                <a:gd name="connsiteX50" fmla="*/ 116542 w 224442"/>
                <a:gd name="connsiteY50" fmla="*/ 25934 h 155451"/>
                <a:gd name="connsiteX51" fmla="*/ 116542 w 224442"/>
                <a:gd name="connsiteY51" fmla="*/ 34565 h 155451"/>
                <a:gd name="connsiteX52" fmla="*/ 107910 w 224442"/>
                <a:gd name="connsiteY52" fmla="*/ 34565 h 155451"/>
                <a:gd name="connsiteX53" fmla="*/ 107910 w 224442"/>
                <a:gd name="connsiteY53" fmla="*/ 25934 h 155451"/>
                <a:gd name="connsiteX54" fmla="*/ 104113 w 224442"/>
                <a:gd name="connsiteY54" fmla="*/ 16782 h 155451"/>
                <a:gd name="connsiteX55" fmla="*/ 94962 w 224442"/>
                <a:gd name="connsiteY55" fmla="*/ 12985 h 155451"/>
                <a:gd name="connsiteX56" fmla="*/ 91972 w 224442"/>
                <a:gd name="connsiteY56" fmla="*/ 4684 h 155451"/>
                <a:gd name="connsiteX57" fmla="*/ 84364 w 224442"/>
                <a:gd name="connsiteY57" fmla="*/ 218 h 155451"/>
                <a:gd name="connsiteX58" fmla="*/ 75658 w 224442"/>
                <a:gd name="connsiteY58" fmla="*/ 1654 h 155451"/>
                <a:gd name="connsiteX59" fmla="*/ 69887 w 224442"/>
                <a:gd name="connsiteY59" fmla="*/ 8328 h 155451"/>
                <a:gd name="connsiteX60" fmla="*/ 69721 w 224442"/>
                <a:gd name="connsiteY60" fmla="*/ 17149 h 155451"/>
                <a:gd name="connsiteX61" fmla="*/ 75238 w 224442"/>
                <a:gd name="connsiteY61" fmla="*/ 24034 h 155451"/>
                <a:gd name="connsiteX62" fmla="*/ 83884 w 224442"/>
                <a:gd name="connsiteY62" fmla="*/ 25796 h 155451"/>
                <a:gd name="connsiteX63" fmla="*/ 91654 w 224442"/>
                <a:gd name="connsiteY63" fmla="*/ 21618 h 155451"/>
                <a:gd name="connsiteX64" fmla="*/ 94962 w 224442"/>
                <a:gd name="connsiteY64" fmla="*/ 21618 h 155451"/>
                <a:gd name="connsiteX65" fmla="*/ 98012 w 224442"/>
                <a:gd name="connsiteY65" fmla="*/ 22883 h 155451"/>
                <a:gd name="connsiteX66" fmla="*/ 99278 w 224442"/>
                <a:gd name="connsiteY66" fmla="*/ 25934 h 155451"/>
                <a:gd name="connsiteX67" fmla="*/ 99278 w 224442"/>
                <a:gd name="connsiteY67" fmla="*/ 34565 h 155451"/>
                <a:gd name="connsiteX68" fmla="*/ 82014 w 224442"/>
                <a:gd name="connsiteY68" fmla="*/ 34565 h 155451"/>
                <a:gd name="connsiteX69" fmla="*/ 73800 w 224442"/>
                <a:gd name="connsiteY69" fmla="*/ 37512 h 155451"/>
                <a:gd name="connsiteX70" fmla="*/ 59168 w 224442"/>
                <a:gd name="connsiteY70" fmla="*/ 22881 h 155451"/>
                <a:gd name="connsiteX71" fmla="*/ 60016 w 224442"/>
                <a:gd name="connsiteY71" fmla="*/ 14032 h 155451"/>
                <a:gd name="connsiteX72" fmla="*/ 54960 w 224442"/>
                <a:gd name="connsiteY72" fmla="*/ 6721 h 155451"/>
                <a:gd name="connsiteX73" fmla="*/ 46382 w 224442"/>
                <a:gd name="connsiteY73" fmla="*/ 4390 h 155451"/>
                <a:gd name="connsiteX74" fmla="*/ 38322 w 224442"/>
                <a:gd name="connsiteY74" fmla="*/ 8137 h 155451"/>
                <a:gd name="connsiteX75" fmla="*/ 34575 w 224442"/>
                <a:gd name="connsiteY75" fmla="*/ 16198 h 155451"/>
                <a:gd name="connsiteX76" fmla="*/ 36906 w 224442"/>
                <a:gd name="connsiteY76" fmla="*/ 24775 h 155451"/>
                <a:gd name="connsiteX77" fmla="*/ 44217 w 224442"/>
                <a:gd name="connsiteY77" fmla="*/ 29831 h 155451"/>
                <a:gd name="connsiteX78" fmla="*/ 53065 w 224442"/>
                <a:gd name="connsiteY78" fmla="*/ 28984 h 155451"/>
                <a:gd name="connsiteX79" fmla="*/ 69277 w 224442"/>
                <a:gd name="connsiteY79" fmla="*/ 45197 h 155451"/>
                <a:gd name="connsiteX80" fmla="*/ 69066 w 224442"/>
                <a:gd name="connsiteY80" fmla="*/ 47513 h 155451"/>
                <a:gd name="connsiteX81" fmla="*/ 69066 w 224442"/>
                <a:gd name="connsiteY81" fmla="*/ 56146 h 155451"/>
                <a:gd name="connsiteX82" fmla="*/ 46746 w 224442"/>
                <a:gd name="connsiteY82" fmla="*/ 56146 h 155451"/>
                <a:gd name="connsiteX83" fmla="*/ 45092 w 224442"/>
                <a:gd name="connsiteY83" fmla="*/ 55819 h 155451"/>
                <a:gd name="connsiteX84" fmla="*/ 43693 w 224442"/>
                <a:gd name="connsiteY84" fmla="*/ 54881 h 155451"/>
                <a:gd name="connsiteX85" fmla="*/ 30010 w 224442"/>
                <a:gd name="connsiteY85" fmla="*/ 41198 h 155451"/>
                <a:gd name="connsiteX86" fmla="*/ 28528 w 224442"/>
                <a:gd name="connsiteY86" fmla="*/ 32463 h 155451"/>
                <a:gd name="connsiteX87" fmla="*/ 21782 w 224442"/>
                <a:gd name="connsiteY87" fmla="*/ 26719 h 155451"/>
                <a:gd name="connsiteX88" fmla="*/ 12922 w 224442"/>
                <a:gd name="connsiteY88" fmla="*/ 26653 h 155451"/>
                <a:gd name="connsiteX89" fmla="*/ 6088 w 224442"/>
                <a:gd name="connsiteY89" fmla="*/ 32293 h 155451"/>
                <a:gd name="connsiteX90" fmla="*/ 4475 w 224442"/>
                <a:gd name="connsiteY90" fmla="*/ 41005 h 155451"/>
                <a:gd name="connsiteX91" fmla="*/ 8834 w 224442"/>
                <a:gd name="connsiteY91" fmla="*/ 48718 h 155451"/>
                <a:gd name="connsiteX92" fmla="*/ 17132 w 224442"/>
                <a:gd name="connsiteY92" fmla="*/ 51829 h 155451"/>
                <a:gd name="connsiteX93" fmla="*/ 25488 w 224442"/>
                <a:gd name="connsiteY93" fmla="*/ 48883 h 155451"/>
                <a:gd name="connsiteX94" fmla="*/ 37589 w 224442"/>
                <a:gd name="connsiteY94" fmla="*/ 60985 h 155451"/>
                <a:gd name="connsiteX95" fmla="*/ 41788 w 224442"/>
                <a:gd name="connsiteY95" fmla="*/ 63798 h 155451"/>
                <a:gd name="connsiteX96" fmla="*/ 46746 w 224442"/>
                <a:gd name="connsiteY96" fmla="*/ 64778 h 155451"/>
                <a:gd name="connsiteX97" fmla="*/ 69066 w 224442"/>
                <a:gd name="connsiteY97" fmla="*/ 64778 h 155451"/>
                <a:gd name="connsiteX98" fmla="*/ 69066 w 224442"/>
                <a:gd name="connsiteY98" fmla="*/ 73410 h 155451"/>
                <a:gd name="connsiteX99" fmla="*/ 38113 w 224442"/>
                <a:gd name="connsiteY99" fmla="*/ 73410 h 155451"/>
                <a:gd name="connsiteX100" fmla="*/ 33156 w 224442"/>
                <a:gd name="connsiteY100" fmla="*/ 74389 h 155451"/>
                <a:gd name="connsiteX101" fmla="*/ 28958 w 224442"/>
                <a:gd name="connsiteY101" fmla="*/ 77202 h 155451"/>
                <a:gd name="connsiteX102" fmla="*/ 18537 w 224442"/>
                <a:gd name="connsiteY102" fmla="*/ 87623 h 155451"/>
                <a:gd name="connsiteX103" fmla="*/ 9689 w 224442"/>
                <a:gd name="connsiteY103" fmla="*/ 86776 h 155451"/>
                <a:gd name="connsiteX104" fmla="*/ 2377 w 224442"/>
                <a:gd name="connsiteY104" fmla="*/ 91831 h 155451"/>
                <a:gd name="connsiteX105" fmla="*/ 47 w 224442"/>
                <a:gd name="connsiteY105" fmla="*/ 100410 h 155451"/>
                <a:gd name="connsiteX106" fmla="*/ 3794 w 224442"/>
                <a:gd name="connsiteY106" fmla="*/ 108470 h 155451"/>
                <a:gd name="connsiteX107" fmla="*/ 11854 w 224442"/>
                <a:gd name="connsiteY107" fmla="*/ 112217 h 155451"/>
                <a:gd name="connsiteX108" fmla="*/ 20432 w 224442"/>
                <a:gd name="connsiteY108" fmla="*/ 109886 h 155451"/>
                <a:gd name="connsiteX109" fmla="*/ 25488 w 224442"/>
                <a:gd name="connsiteY109" fmla="*/ 102576 h 155451"/>
                <a:gd name="connsiteX110" fmla="*/ 24640 w 224442"/>
                <a:gd name="connsiteY110" fmla="*/ 93727 h 155451"/>
                <a:gd name="connsiteX111" fmla="*/ 35062 w 224442"/>
                <a:gd name="connsiteY111" fmla="*/ 83306 h 155451"/>
                <a:gd name="connsiteX112" fmla="*/ 36461 w 224442"/>
                <a:gd name="connsiteY112" fmla="*/ 82368 h 155451"/>
                <a:gd name="connsiteX113" fmla="*/ 38113 w 224442"/>
                <a:gd name="connsiteY113" fmla="*/ 82042 h 155451"/>
                <a:gd name="connsiteX114" fmla="*/ 69066 w 224442"/>
                <a:gd name="connsiteY114" fmla="*/ 82042 h 155451"/>
                <a:gd name="connsiteX115" fmla="*/ 69066 w 224442"/>
                <a:gd name="connsiteY115" fmla="*/ 90674 h 155451"/>
                <a:gd name="connsiteX116" fmla="*/ 51802 w 224442"/>
                <a:gd name="connsiteY116" fmla="*/ 90674 h 155451"/>
                <a:gd name="connsiteX117" fmla="*/ 42650 w 224442"/>
                <a:gd name="connsiteY117" fmla="*/ 94471 h 155451"/>
                <a:gd name="connsiteX118" fmla="*/ 38853 w 224442"/>
                <a:gd name="connsiteY118" fmla="*/ 103621 h 155451"/>
                <a:gd name="connsiteX119" fmla="*/ 38853 w 224442"/>
                <a:gd name="connsiteY119" fmla="*/ 112996 h 155451"/>
                <a:gd name="connsiteX120" fmla="*/ 32001 w 224442"/>
                <a:gd name="connsiteY120" fmla="*/ 118652 h 155451"/>
                <a:gd name="connsiteX121" fmla="*/ 30409 w 224442"/>
                <a:gd name="connsiteY121" fmla="*/ 127393 h 155451"/>
                <a:gd name="connsiteX122" fmla="*/ 34824 w 224442"/>
                <a:gd name="connsiteY122" fmla="*/ 135103 h 155451"/>
                <a:gd name="connsiteX123" fmla="*/ 43170 w 224442"/>
                <a:gd name="connsiteY123" fmla="*/ 138151 h 155451"/>
                <a:gd name="connsiteX124" fmla="*/ 51516 w 224442"/>
                <a:gd name="connsiteY124" fmla="*/ 135103 h 155451"/>
                <a:gd name="connsiteX125" fmla="*/ 55932 w 224442"/>
                <a:gd name="connsiteY125" fmla="*/ 127393 h 155451"/>
                <a:gd name="connsiteX126" fmla="*/ 54338 w 224442"/>
                <a:gd name="connsiteY126" fmla="*/ 118652 h 155451"/>
                <a:gd name="connsiteX127" fmla="*/ 47486 w 224442"/>
                <a:gd name="connsiteY127" fmla="*/ 112996 h 155451"/>
                <a:gd name="connsiteX128" fmla="*/ 47486 w 224442"/>
                <a:gd name="connsiteY128" fmla="*/ 103621 h 155451"/>
                <a:gd name="connsiteX129" fmla="*/ 48752 w 224442"/>
                <a:gd name="connsiteY129" fmla="*/ 100572 h 155451"/>
                <a:gd name="connsiteX130" fmla="*/ 51802 w 224442"/>
                <a:gd name="connsiteY130" fmla="*/ 99306 h 155451"/>
                <a:gd name="connsiteX131" fmla="*/ 69066 w 224442"/>
                <a:gd name="connsiteY131" fmla="*/ 99306 h 155451"/>
                <a:gd name="connsiteX132" fmla="*/ 69066 w 224442"/>
                <a:gd name="connsiteY132" fmla="*/ 107938 h 155451"/>
                <a:gd name="connsiteX133" fmla="*/ 72862 w 224442"/>
                <a:gd name="connsiteY133" fmla="*/ 117089 h 155451"/>
                <a:gd name="connsiteX134" fmla="*/ 82014 w 224442"/>
                <a:gd name="connsiteY134" fmla="*/ 120885 h 155451"/>
                <a:gd name="connsiteX135" fmla="*/ 99278 w 224442"/>
                <a:gd name="connsiteY135" fmla="*/ 120885 h 155451"/>
                <a:gd name="connsiteX136" fmla="*/ 99278 w 224442"/>
                <a:gd name="connsiteY136" fmla="*/ 129518 h 155451"/>
                <a:gd name="connsiteX137" fmla="*/ 98012 w 224442"/>
                <a:gd name="connsiteY137" fmla="*/ 132568 h 155451"/>
                <a:gd name="connsiteX138" fmla="*/ 94962 w 224442"/>
                <a:gd name="connsiteY138" fmla="*/ 133834 h 155451"/>
                <a:gd name="connsiteX139" fmla="*/ 91654 w 224442"/>
                <a:gd name="connsiteY139" fmla="*/ 133834 h 155451"/>
                <a:gd name="connsiteX140" fmla="*/ 83899 w 224442"/>
                <a:gd name="connsiteY140" fmla="*/ 129671 h 155451"/>
                <a:gd name="connsiteX141" fmla="*/ 75275 w 224442"/>
                <a:gd name="connsiteY141" fmla="*/ 131433 h 155451"/>
                <a:gd name="connsiteX142" fmla="*/ 69773 w 224442"/>
                <a:gd name="connsiteY142" fmla="*/ 138304 h 155451"/>
                <a:gd name="connsiteX143" fmla="*/ 69939 w 224442"/>
                <a:gd name="connsiteY143" fmla="*/ 147104 h 155451"/>
                <a:gd name="connsiteX144" fmla="*/ 75696 w 224442"/>
                <a:gd name="connsiteY144" fmla="*/ 153762 h 155451"/>
                <a:gd name="connsiteX145" fmla="*/ 84381 w 224442"/>
                <a:gd name="connsiteY145" fmla="*/ 155197 h 155451"/>
                <a:gd name="connsiteX146" fmla="*/ 91973 w 224442"/>
                <a:gd name="connsiteY146" fmla="*/ 150745 h 155451"/>
                <a:gd name="connsiteX147" fmla="*/ 94962 w 224442"/>
                <a:gd name="connsiteY147" fmla="*/ 142466 h 155451"/>
                <a:gd name="connsiteX148" fmla="*/ 104113 w 224442"/>
                <a:gd name="connsiteY148" fmla="*/ 138670 h 155451"/>
                <a:gd name="connsiteX149" fmla="*/ 107910 w 224442"/>
                <a:gd name="connsiteY149" fmla="*/ 129518 h 155451"/>
                <a:gd name="connsiteX150" fmla="*/ 107910 w 224442"/>
                <a:gd name="connsiteY150" fmla="*/ 120885 h 155451"/>
                <a:gd name="connsiteX151" fmla="*/ 116542 w 224442"/>
                <a:gd name="connsiteY151" fmla="*/ 120885 h 155451"/>
                <a:gd name="connsiteX152" fmla="*/ 116542 w 224442"/>
                <a:gd name="connsiteY152" fmla="*/ 129518 h 155451"/>
                <a:gd name="connsiteX153" fmla="*/ 120339 w 224442"/>
                <a:gd name="connsiteY153" fmla="*/ 138670 h 155451"/>
                <a:gd name="connsiteX154" fmla="*/ 129490 w 224442"/>
                <a:gd name="connsiteY154" fmla="*/ 142466 h 155451"/>
                <a:gd name="connsiteX155" fmla="*/ 132479 w 224442"/>
                <a:gd name="connsiteY155" fmla="*/ 150766 h 155451"/>
                <a:gd name="connsiteX156" fmla="*/ 140089 w 224442"/>
                <a:gd name="connsiteY156" fmla="*/ 155234 h 155451"/>
                <a:gd name="connsiteX157" fmla="*/ 148794 w 224442"/>
                <a:gd name="connsiteY157" fmla="*/ 153797 h 155451"/>
                <a:gd name="connsiteX158" fmla="*/ 154565 w 224442"/>
                <a:gd name="connsiteY158" fmla="*/ 147124 h 155451"/>
                <a:gd name="connsiteX159" fmla="*/ 154731 w 224442"/>
                <a:gd name="connsiteY159" fmla="*/ 138303 h 155451"/>
                <a:gd name="connsiteX160" fmla="*/ 149214 w 224442"/>
                <a:gd name="connsiteY160" fmla="*/ 131417 h 155451"/>
                <a:gd name="connsiteX161" fmla="*/ 140569 w 224442"/>
                <a:gd name="connsiteY161" fmla="*/ 129656 h 155451"/>
                <a:gd name="connsiteX162" fmla="*/ 132798 w 224442"/>
                <a:gd name="connsiteY162" fmla="*/ 133834 h 155451"/>
                <a:gd name="connsiteX163" fmla="*/ 129490 w 224442"/>
                <a:gd name="connsiteY163" fmla="*/ 133834 h 155451"/>
                <a:gd name="connsiteX164" fmla="*/ 126440 w 224442"/>
                <a:gd name="connsiteY164" fmla="*/ 132568 h 155451"/>
                <a:gd name="connsiteX165" fmla="*/ 125174 w 224442"/>
                <a:gd name="connsiteY165" fmla="*/ 129518 h 155451"/>
                <a:gd name="connsiteX166" fmla="*/ 125174 w 224442"/>
                <a:gd name="connsiteY166" fmla="*/ 120885 h 155451"/>
                <a:gd name="connsiteX167" fmla="*/ 142438 w 224442"/>
                <a:gd name="connsiteY167" fmla="*/ 120885 h 155451"/>
                <a:gd name="connsiteX168" fmla="*/ 151589 w 224442"/>
                <a:gd name="connsiteY168" fmla="*/ 117089 h 155451"/>
                <a:gd name="connsiteX169" fmla="*/ 155386 w 224442"/>
                <a:gd name="connsiteY169" fmla="*/ 107938 h 155451"/>
                <a:gd name="connsiteX170" fmla="*/ 155386 w 224442"/>
                <a:gd name="connsiteY170" fmla="*/ 99306 h 155451"/>
                <a:gd name="connsiteX171" fmla="*/ 172650 w 224442"/>
                <a:gd name="connsiteY171" fmla="*/ 99306 h 155451"/>
                <a:gd name="connsiteX172" fmla="*/ 175701 w 224442"/>
                <a:gd name="connsiteY172" fmla="*/ 100572 h 155451"/>
                <a:gd name="connsiteX173" fmla="*/ 176966 w 224442"/>
                <a:gd name="connsiteY173" fmla="*/ 103621 h 155451"/>
                <a:gd name="connsiteX174" fmla="*/ 176966 w 224442"/>
                <a:gd name="connsiteY174" fmla="*/ 112996 h 155451"/>
                <a:gd name="connsiteX175" fmla="*/ 170114 w 224442"/>
                <a:gd name="connsiteY175" fmla="*/ 118652 h 155451"/>
                <a:gd name="connsiteX176" fmla="*/ 168521 w 224442"/>
                <a:gd name="connsiteY176" fmla="*/ 127393 h 155451"/>
                <a:gd name="connsiteX177" fmla="*/ 172937 w 224442"/>
                <a:gd name="connsiteY177" fmla="*/ 135103 h 155451"/>
                <a:gd name="connsiteX178" fmla="*/ 181283 w 224442"/>
                <a:gd name="connsiteY178" fmla="*/ 138151 h 155451"/>
                <a:gd name="connsiteX179" fmla="*/ 189628 w 224442"/>
                <a:gd name="connsiteY179" fmla="*/ 135103 h 155451"/>
                <a:gd name="connsiteX180" fmla="*/ 194044 w 224442"/>
                <a:gd name="connsiteY180" fmla="*/ 127393 h 155451"/>
                <a:gd name="connsiteX181" fmla="*/ 192451 w 224442"/>
                <a:gd name="connsiteY181" fmla="*/ 118652 h 155451"/>
                <a:gd name="connsiteX182" fmla="*/ 185598 w 224442"/>
                <a:gd name="connsiteY182" fmla="*/ 112996 h 155451"/>
                <a:gd name="connsiteX183" fmla="*/ 185598 w 224442"/>
                <a:gd name="connsiteY183" fmla="*/ 103621 h 155451"/>
                <a:gd name="connsiteX184" fmla="*/ 181802 w 224442"/>
                <a:gd name="connsiteY184" fmla="*/ 94471 h 155451"/>
                <a:gd name="connsiteX185" fmla="*/ 172650 w 224442"/>
                <a:gd name="connsiteY185" fmla="*/ 90674 h 155451"/>
                <a:gd name="connsiteX186" fmla="*/ 155386 w 224442"/>
                <a:gd name="connsiteY186" fmla="*/ 90674 h 155451"/>
                <a:gd name="connsiteX187" fmla="*/ 155386 w 224442"/>
                <a:gd name="connsiteY187" fmla="*/ 82042 h 155451"/>
                <a:gd name="connsiteX188" fmla="*/ 186339 w 224442"/>
                <a:gd name="connsiteY188" fmla="*/ 82042 h 155451"/>
                <a:gd name="connsiteX189" fmla="*/ 187991 w 224442"/>
                <a:gd name="connsiteY189" fmla="*/ 82368 h 155451"/>
                <a:gd name="connsiteX190" fmla="*/ 189391 w 224442"/>
                <a:gd name="connsiteY190" fmla="*/ 83306 h 155451"/>
                <a:gd name="connsiteX191" fmla="*/ 199812 w 224442"/>
                <a:gd name="connsiteY191" fmla="*/ 93727 h 155451"/>
                <a:gd name="connsiteX192" fmla="*/ 198805 w 224442"/>
                <a:gd name="connsiteY192" fmla="*/ 101868 h 155451"/>
                <a:gd name="connsiteX193" fmla="*/ 202893 w 224442"/>
                <a:gd name="connsiteY193" fmla="*/ 108980 h 155451"/>
                <a:gd name="connsiteX194" fmla="*/ 210435 w 224442"/>
                <a:gd name="connsiteY194" fmla="*/ 112208 h 155451"/>
                <a:gd name="connsiteX195" fmla="*/ 218403 w 224442"/>
                <a:gd name="connsiteY195" fmla="*/ 110256 h 155451"/>
                <a:gd name="connsiteX196" fmla="*/ 223597 w 224442"/>
                <a:gd name="connsiteY196" fmla="*/ 103906 h 155451"/>
                <a:gd name="connsiteX197" fmla="*/ 223934 w 224442"/>
                <a:gd name="connsiteY197" fmla="*/ 95709 h 155451"/>
                <a:gd name="connsiteX198" fmla="*/ 219276 w 224442"/>
                <a:gd name="connsiteY198" fmla="*/ 88956 h 155451"/>
                <a:gd name="connsiteX199" fmla="*/ 211494 w 224442"/>
                <a:gd name="connsiteY199" fmla="*/ 86357 h 155451"/>
                <a:gd name="connsiteX200" fmla="*/ 211494 w 224442"/>
                <a:gd name="connsiteY200" fmla="*/ 86357 h 155451"/>
                <a:gd name="connsiteX201" fmla="*/ 207178 w 224442"/>
                <a:gd name="connsiteY201" fmla="*/ 34565 h 155451"/>
                <a:gd name="connsiteX202" fmla="*/ 209577 w 224442"/>
                <a:gd name="connsiteY202" fmla="*/ 35293 h 155451"/>
                <a:gd name="connsiteX203" fmla="*/ 211166 w 224442"/>
                <a:gd name="connsiteY203" fmla="*/ 37230 h 155451"/>
                <a:gd name="connsiteX204" fmla="*/ 211411 w 224442"/>
                <a:gd name="connsiteY204" fmla="*/ 39724 h 155451"/>
                <a:gd name="connsiteX205" fmla="*/ 210230 w 224442"/>
                <a:gd name="connsiteY205" fmla="*/ 41934 h 155451"/>
                <a:gd name="connsiteX206" fmla="*/ 208020 w 224442"/>
                <a:gd name="connsiteY206" fmla="*/ 43115 h 155451"/>
                <a:gd name="connsiteX207" fmla="*/ 205527 w 224442"/>
                <a:gd name="connsiteY207" fmla="*/ 42869 h 155451"/>
                <a:gd name="connsiteX208" fmla="*/ 203590 w 224442"/>
                <a:gd name="connsiteY208" fmla="*/ 41279 h 155451"/>
                <a:gd name="connsiteX209" fmla="*/ 202863 w 224442"/>
                <a:gd name="connsiteY209" fmla="*/ 38882 h 155451"/>
                <a:gd name="connsiteX210" fmla="*/ 204128 w 224442"/>
                <a:gd name="connsiteY210" fmla="*/ 35831 h 155451"/>
                <a:gd name="connsiteX211" fmla="*/ 207178 w 224442"/>
                <a:gd name="connsiteY211" fmla="*/ 34565 h 155451"/>
                <a:gd name="connsiteX212" fmla="*/ 207178 w 224442"/>
                <a:gd name="connsiteY212" fmla="*/ 34565 h 155451"/>
                <a:gd name="connsiteX213" fmla="*/ 176966 w 224442"/>
                <a:gd name="connsiteY213" fmla="*/ 12985 h 155451"/>
                <a:gd name="connsiteX214" fmla="*/ 179364 w 224442"/>
                <a:gd name="connsiteY214" fmla="*/ 13713 h 155451"/>
                <a:gd name="connsiteX215" fmla="*/ 180954 w 224442"/>
                <a:gd name="connsiteY215" fmla="*/ 15649 h 155451"/>
                <a:gd name="connsiteX216" fmla="*/ 181200 w 224442"/>
                <a:gd name="connsiteY216" fmla="*/ 18143 h 155451"/>
                <a:gd name="connsiteX217" fmla="*/ 180019 w 224442"/>
                <a:gd name="connsiteY217" fmla="*/ 20353 h 155451"/>
                <a:gd name="connsiteX218" fmla="*/ 177808 w 224442"/>
                <a:gd name="connsiteY218" fmla="*/ 21535 h 155451"/>
                <a:gd name="connsiteX219" fmla="*/ 175314 w 224442"/>
                <a:gd name="connsiteY219" fmla="*/ 21289 h 155451"/>
                <a:gd name="connsiteX220" fmla="*/ 173378 w 224442"/>
                <a:gd name="connsiteY220" fmla="*/ 19700 h 155451"/>
                <a:gd name="connsiteX221" fmla="*/ 172650 w 224442"/>
                <a:gd name="connsiteY221" fmla="*/ 17301 h 155451"/>
                <a:gd name="connsiteX222" fmla="*/ 173916 w 224442"/>
                <a:gd name="connsiteY222" fmla="*/ 14251 h 155451"/>
                <a:gd name="connsiteX223" fmla="*/ 176966 w 224442"/>
                <a:gd name="connsiteY223" fmla="*/ 12985 h 155451"/>
                <a:gd name="connsiteX224" fmla="*/ 176966 w 224442"/>
                <a:gd name="connsiteY224" fmla="*/ 12985 h 155451"/>
                <a:gd name="connsiteX225" fmla="*/ 142438 w 224442"/>
                <a:gd name="connsiteY225" fmla="*/ 8670 h 155451"/>
                <a:gd name="connsiteX226" fmla="*/ 144836 w 224442"/>
                <a:gd name="connsiteY226" fmla="*/ 9397 h 155451"/>
                <a:gd name="connsiteX227" fmla="*/ 146426 w 224442"/>
                <a:gd name="connsiteY227" fmla="*/ 11334 h 155451"/>
                <a:gd name="connsiteX228" fmla="*/ 146672 w 224442"/>
                <a:gd name="connsiteY228" fmla="*/ 13827 h 155451"/>
                <a:gd name="connsiteX229" fmla="*/ 145491 w 224442"/>
                <a:gd name="connsiteY229" fmla="*/ 16037 h 155451"/>
                <a:gd name="connsiteX230" fmla="*/ 143280 w 224442"/>
                <a:gd name="connsiteY230" fmla="*/ 17218 h 155451"/>
                <a:gd name="connsiteX231" fmla="*/ 140786 w 224442"/>
                <a:gd name="connsiteY231" fmla="*/ 16973 h 155451"/>
                <a:gd name="connsiteX232" fmla="*/ 138850 w 224442"/>
                <a:gd name="connsiteY232" fmla="*/ 15384 h 155451"/>
                <a:gd name="connsiteX233" fmla="*/ 138122 w 224442"/>
                <a:gd name="connsiteY233" fmla="*/ 12985 h 155451"/>
                <a:gd name="connsiteX234" fmla="*/ 139388 w 224442"/>
                <a:gd name="connsiteY234" fmla="*/ 9935 h 155451"/>
                <a:gd name="connsiteX235" fmla="*/ 142438 w 224442"/>
                <a:gd name="connsiteY235" fmla="*/ 8670 h 155451"/>
                <a:gd name="connsiteX236" fmla="*/ 142438 w 224442"/>
                <a:gd name="connsiteY236" fmla="*/ 8670 h 155451"/>
                <a:gd name="connsiteX237" fmla="*/ 82014 w 224442"/>
                <a:gd name="connsiteY237" fmla="*/ 17301 h 155451"/>
                <a:gd name="connsiteX238" fmla="*/ 79616 w 224442"/>
                <a:gd name="connsiteY238" fmla="*/ 16574 h 155451"/>
                <a:gd name="connsiteX239" fmla="*/ 78027 w 224442"/>
                <a:gd name="connsiteY239" fmla="*/ 14637 h 155451"/>
                <a:gd name="connsiteX240" fmla="*/ 77781 w 224442"/>
                <a:gd name="connsiteY240" fmla="*/ 12143 h 155451"/>
                <a:gd name="connsiteX241" fmla="*/ 78962 w 224442"/>
                <a:gd name="connsiteY241" fmla="*/ 9934 h 155451"/>
                <a:gd name="connsiteX242" fmla="*/ 81172 w 224442"/>
                <a:gd name="connsiteY242" fmla="*/ 8752 h 155451"/>
                <a:gd name="connsiteX243" fmla="*/ 83666 w 224442"/>
                <a:gd name="connsiteY243" fmla="*/ 8998 h 155451"/>
                <a:gd name="connsiteX244" fmla="*/ 85603 w 224442"/>
                <a:gd name="connsiteY244" fmla="*/ 10588 h 155451"/>
                <a:gd name="connsiteX245" fmla="*/ 86330 w 224442"/>
                <a:gd name="connsiteY245" fmla="*/ 12985 h 155451"/>
                <a:gd name="connsiteX246" fmla="*/ 85064 w 224442"/>
                <a:gd name="connsiteY246" fmla="*/ 16036 h 155451"/>
                <a:gd name="connsiteX247" fmla="*/ 82014 w 224442"/>
                <a:gd name="connsiteY247" fmla="*/ 17301 h 155451"/>
                <a:gd name="connsiteX248" fmla="*/ 82014 w 224442"/>
                <a:gd name="connsiteY248" fmla="*/ 17301 h 155451"/>
                <a:gd name="connsiteX249" fmla="*/ 47486 w 224442"/>
                <a:gd name="connsiteY249" fmla="*/ 21618 h 155451"/>
                <a:gd name="connsiteX250" fmla="*/ 45088 w 224442"/>
                <a:gd name="connsiteY250" fmla="*/ 20890 h 155451"/>
                <a:gd name="connsiteX251" fmla="*/ 43499 w 224442"/>
                <a:gd name="connsiteY251" fmla="*/ 18953 h 155451"/>
                <a:gd name="connsiteX252" fmla="*/ 43253 w 224442"/>
                <a:gd name="connsiteY252" fmla="*/ 16459 h 155451"/>
                <a:gd name="connsiteX253" fmla="*/ 44434 w 224442"/>
                <a:gd name="connsiteY253" fmla="*/ 14249 h 155451"/>
                <a:gd name="connsiteX254" fmla="*/ 46644 w 224442"/>
                <a:gd name="connsiteY254" fmla="*/ 13068 h 155451"/>
                <a:gd name="connsiteX255" fmla="*/ 49138 w 224442"/>
                <a:gd name="connsiteY255" fmla="*/ 13314 h 155451"/>
                <a:gd name="connsiteX256" fmla="*/ 51075 w 224442"/>
                <a:gd name="connsiteY256" fmla="*/ 14904 h 155451"/>
                <a:gd name="connsiteX257" fmla="*/ 51802 w 224442"/>
                <a:gd name="connsiteY257" fmla="*/ 17301 h 155451"/>
                <a:gd name="connsiteX258" fmla="*/ 50536 w 224442"/>
                <a:gd name="connsiteY258" fmla="*/ 20352 h 155451"/>
                <a:gd name="connsiteX259" fmla="*/ 47486 w 224442"/>
                <a:gd name="connsiteY259" fmla="*/ 21618 h 155451"/>
                <a:gd name="connsiteX260" fmla="*/ 47486 w 224442"/>
                <a:gd name="connsiteY260" fmla="*/ 21618 h 155451"/>
                <a:gd name="connsiteX261" fmla="*/ 17274 w 224442"/>
                <a:gd name="connsiteY261" fmla="*/ 43198 h 155451"/>
                <a:gd name="connsiteX262" fmla="*/ 14876 w 224442"/>
                <a:gd name="connsiteY262" fmla="*/ 42470 h 155451"/>
                <a:gd name="connsiteX263" fmla="*/ 13286 w 224442"/>
                <a:gd name="connsiteY263" fmla="*/ 40534 h 155451"/>
                <a:gd name="connsiteX264" fmla="*/ 13041 w 224442"/>
                <a:gd name="connsiteY264" fmla="*/ 38040 h 155451"/>
                <a:gd name="connsiteX265" fmla="*/ 14222 w 224442"/>
                <a:gd name="connsiteY265" fmla="*/ 35830 h 155451"/>
                <a:gd name="connsiteX266" fmla="*/ 16432 w 224442"/>
                <a:gd name="connsiteY266" fmla="*/ 34648 h 155451"/>
                <a:gd name="connsiteX267" fmla="*/ 18925 w 224442"/>
                <a:gd name="connsiteY267" fmla="*/ 34894 h 155451"/>
                <a:gd name="connsiteX268" fmla="*/ 20863 w 224442"/>
                <a:gd name="connsiteY268" fmla="*/ 36484 h 155451"/>
                <a:gd name="connsiteX269" fmla="*/ 21589 w 224442"/>
                <a:gd name="connsiteY269" fmla="*/ 38882 h 155451"/>
                <a:gd name="connsiteX270" fmla="*/ 20324 w 224442"/>
                <a:gd name="connsiteY270" fmla="*/ 41932 h 155451"/>
                <a:gd name="connsiteX271" fmla="*/ 17274 w 224442"/>
                <a:gd name="connsiteY271" fmla="*/ 43198 h 155451"/>
                <a:gd name="connsiteX272" fmla="*/ 12958 w 224442"/>
                <a:gd name="connsiteY272" fmla="*/ 103621 h 155451"/>
                <a:gd name="connsiteX273" fmla="*/ 10559 w 224442"/>
                <a:gd name="connsiteY273" fmla="*/ 102895 h 155451"/>
                <a:gd name="connsiteX274" fmla="*/ 8971 w 224442"/>
                <a:gd name="connsiteY274" fmla="*/ 100957 h 155451"/>
                <a:gd name="connsiteX275" fmla="*/ 8725 w 224442"/>
                <a:gd name="connsiteY275" fmla="*/ 98464 h 155451"/>
                <a:gd name="connsiteX276" fmla="*/ 9906 w 224442"/>
                <a:gd name="connsiteY276" fmla="*/ 96254 h 155451"/>
                <a:gd name="connsiteX277" fmla="*/ 12116 w 224442"/>
                <a:gd name="connsiteY277" fmla="*/ 95073 h 155451"/>
                <a:gd name="connsiteX278" fmla="*/ 14609 w 224442"/>
                <a:gd name="connsiteY278" fmla="*/ 95318 h 155451"/>
                <a:gd name="connsiteX279" fmla="*/ 16547 w 224442"/>
                <a:gd name="connsiteY279" fmla="*/ 96908 h 155451"/>
                <a:gd name="connsiteX280" fmla="*/ 17274 w 224442"/>
                <a:gd name="connsiteY280" fmla="*/ 99306 h 155451"/>
                <a:gd name="connsiteX281" fmla="*/ 16008 w 224442"/>
                <a:gd name="connsiteY281" fmla="*/ 102357 h 155451"/>
                <a:gd name="connsiteX282" fmla="*/ 12958 w 224442"/>
                <a:gd name="connsiteY282" fmla="*/ 103621 h 155451"/>
                <a:gd name="connsiteX283" fmla="*/ 12958 w 224442"/>
                <a:gd name="connsiteY283" fmla="*/ 103621 h 155451"/>
                <a:gd name="connsiteX284" fmla="*/ 43170 w 224442"/>
                <a:gd name="connsiteY284" fmla="*/ 129518 h 155451"/>
                <a:gd name="connsiteX285" fmla="*/ 40772 w 224442"/>
                <a:gd name="connsiteY285" fmla="*/ 128790 h 155451"/>
                <a:gd name="connsiteX286" fmla="*/ 39182 w 224442"/>
                <a:gd name="connsiteY286" fmla="*/ 126854 h 155451"/>
                <a:gd name="connsiteX287" fmla="*/ 38936 w 224442"/>
                <a:gd name="connsiteY287" fmla="*/ 124360 h 155451"/>
                <a:gd name="connsiteX288" fmla="*/ 40118 w 224442"/>
                <a:gd name="connsiteY288" fmla="*/ 122150 h 155451"/>
                <a:gd name="connsiteX289" fmla="*/ 42328 w 224442"/>
                <a:gd name="connsiteY289" fmla="*/ 120968 h 155451"/>
                <a:gd name="connsiteX290" fmla="*/ 44822 w 224442"/>
                <a:gd name="connsiteY290" fmla="*/ 121214 h 155451"/>
                <a:gd name="connsiteX291" fmla="*/ 46758 w 224442"/>
                <a:gd name="connsiteY291" fmla="*/ 122804 h 155451"/>
                <a:gd name="connsiteX292" fmla="*/ 47486 w 224442"/>
                <a:gd name="connsiteY292" fmla="*/ 125202 h 155451"/>
                <a:gd name="connsiteX293" fmla="*/ 46220 w 224442"/>
                <a:gd name="connsiteY293" fmla="*/ 128252 h 155451"/>
                <a:gd name="connsiteX294" fmla="*/ 43170 w 224442"/>
                <a:gd name="connsiteY294" fmla="*/ 129518 h 155451"/>
                <a:gd name="connsiteX295" fmla="*/ 43170 w 224442"/>
                <a:gd name="connsiteY295" fmla="*/ 129518 h 155451"/>
                <a:gd name="connsiteX296" fmla="*/ 82014 w 224442"/>
                <a:gd name="connsiteY296" fmla="*/ 146782 h 155451"/>
                <a:gd name="connsiteX297" fmla="*/ 79616 w 224442"/>
                <a:gd name="connsiteY297" fmla="*/ 146054 h 155451"/>
                <a:gd name="connsiteX298" fmla="*/ 78027 w 224442"/>
                <a:gd name="connsiteY298" fmla="*/ 144118 h 155451"/>
                <a:gd name="connsiteX299" fmla="*/ 77781 w 224442"/>
                <a:gd name="connsiteY299" fmla="*/ 141624 h 155451"/>
                <a:gd name="connsiteX300" fmla="*/ 78962 w 224442"/>
                <a:gd name="connsiteY300" fmla="*/ 139414 h 155451"/>
                <a:gd name="connsiteX301" fmla="*/ 81172 w 224442"/>
                <a:gd name="connsiteY301" fmla="*/ 138232 h 155451"/>
                <a:gd name="connsiteX302" fmla="*/ 83666 w 224442"/>
                <a:gd name="connsiteY302" fmla="*/ 138478 h 155451"/>
                <a:gd name="connsiteX303" fmla="*/ 85603 w 224442"/>
                <a:gd name="connsiteY303" fmla="*/ 140068 h 155451"/>
                <a:gd name="connsiteX304" fmla="*/ 86330 w 224442"/>
                <a:gd name="connsiteY304" fmla="*/ 142466 h 155451"/>
                <a:gd name="connsiteX305" fmla="*/ 85064 w 224442"/>
                <a:gd name="connsiteY305" fmla="*/ 145516 h 155451"/>
                <a:gd name="connsiteX306" fmla="*/ 82014 w 224442"/>
                <a:gd name="connsiteY306" fmla="*/ 146782 h 155451"/>
                <a:gd name="connsiteX307" fmla="*/ 82014 w 224442"/>
                <a:gd name="connsiteY307" fmla="*/ 146782 h 155451"/>
                <a:gd name="connsiteX308" fmla="*/ 142438 w 224442"/>
                <a:gd name="connsiteY308" fmla="*/ 138150 h 155451"/>
                <a:gd name="connsiteX309" fmla="*/ 144836 w 224442"/>
                <a:gd name="connsiteY309" fmla="*/ 138877 h 155451"/>
                <a:gd name="connsiteX310" fmla="*/ 146426 w 224442"/>
                <a:gd name="connsiteY310" fmla="*/ 140815 h 155451"/>
                <a:gd name="connsiteX311" fmla="*/ 146672 w 224442"/>
                <a:gd name="connsiteY311" fmla="*/ 143308 h 155451"/>
                <a:gd name="connsiteX312" fmla="*/ 145491 w 224442"/>
                <a:gd name="connsiteY312" fmla="*/ 145518 h 155451"/>
                <a:gd name="connsiteX313" fmla="*/ 143280 w 224442"/>
                <a:gd name="connsiteY313" fmla="*/ 146699 h 155451"/>
                <a:gd name="connsiteX314" fmla="*/ 140786 w 224442"/>
                <a:gd name="connsiteY314" fmla="*/ 146453 h 155451"/>
                <a:gd name="connsiteX315" fmla="*/ 138850 w 224442"/>
                <a:gd name="connsiteY315" fmla="*/ 144864 h 155451"/>
                <a:gd name="connsiteX316" fmla="*/ 138122 w 224442"/>
                <a:gd name="connsiteY316" fmla="*/ 142466 h 155451"/>
                <a:gd name="connsiteX317" fmla="*/ 139388 w 224442"/>
                <a:gd name="connsiteY317" fmla="*/ 139415 h 155451"/>
                <a:gd name="connsiteX318" fmla="*/ 142438 w 224442"/>
                <a:gd name="connsiteY318" fmla="*/ 138150 h 155451"/>
                <a:gd name="connsiteX319" fmla="*/ 142438 w 224442"/>
                <a:gd name="connsiteY319" fmla="*/ 138150 h 155451"/>
                <a:gd name="connsiteX320" fmla="*/ 146755 w 224442"/>
                <a:gd name="connsiteY320" fmla="*/ 107938 h 155451"/>
                <a:gd name="connsiteX321" fmla="*/ 145489 w 224442"/>
                <a:gd name="connsiteY321" fmla="*/ 110988 h 155451"/>
                <a:gd name="connsiteX322" fmla="*/ 142438 w 224442"/>
                <a:gd name="connsiteY322" fmla="*/ 112254 h 155451"/>
                <a:gd name="connsiteX323" fmla="*/ 82014 w 224442"/>
                <a:gd name="connsiteY323" fmla="*/ 112254 h 155451"/>
                <a:gd name="connsiteX324" fmla="*/ 78963 w 224442"/>
                <a:gd name="connsiteY324" fmla="*/ 110988 h 155451"/>
                <a:gd name="connsiteX325" fmla="*/ 77698 w 224442"/>
                <a:gd name="connsiteY325" fmla="*/ 107938 h 155451"/>
                <a:gd name="connsiteX326" fmla="*/ 77698 w 224442"/>
                <a:gd name="connsiteY326" fmla="*/ 47513 h 155451"/>
                <a:gd name="connsiteX327" fmla="*/ 78963 w 224442"/>
                <a:gd name="connsiteY327" fmla="*/ 44464 h 155451"/>
                <a:gd name="connsiteX328" fmla="*/ 82014 w 224442"/>
                <a:gd name="connsiteY328" fmla="*/ 43198 h 155451"/>
                <a:gd name="connsiteX329" fmla="*/ 142438 w 224442"/>
                <a:gd name="connsiteY329" fmla="*/ 43198 h 155451"/>
                <a:gd name="connsiteX330" fmla="*/ 145489 w 224442"/>
                <a:gd name="connsiteY330" fmla="*/ 44464 h 155451"/>
                <a:gd name="connsiteX331" fmla="*/ 146755 w 224442"/>
                <a:gd name="connsiteY331" fmla="*/ 47513 h 155451"/>
                <a:gd name="connsiteX332" fmla="*/ 146755 w 224442"/>
                <a:gd name="connsiteY332" fmla="*/ 107938 h 155451"/>
                <a:gd name="connsiteX333" fmla="*/ 181283 w 224442"/>
                <a:gd name="connsiteY333" fmla="*/ 120885 h 155451"/>
                <a:gd name="connsiteX334" fmla="*/ 183680 w 224442"/>
                <a:gd name="connsiteY334" fmla="*/ 121613 h 155451"/>
                <a:gd name="connsiteX335" fmla="*/ 185270 w 224442"/>
                <a:gd name="connsiteY335" fmla="*/ 123551 h 155451"/>
                <a:gd name="connsiteX336" fmla="*/ 185516 w 224442"/>
                <a:gd name="connsiteY336" fmla="*/ 126044 h 155451"/>
                <a:gd name="connsiteX337" fmla="*/ 184334 w 224442"/>
                <a:gd name="connsiteY337" fmla="*/ 128254 h 155451"/>
                <a:gd name="connsiteX338" fmla="*/ 182125 w 224442"/>
                <a:gd name="connsiteY338" fmla="*/ 129435 h 155451"/>
                <a:gd name="connsiteX339" fmla="*/ 179631 w 224442"/>
                <a:gd name="connsiteY339" fmla="*/ 129189 h 155451"/>
                <a:gd name="connsiteX340" fmla="*/ 177694 w 224442"/>
                <a:gd name="connsiteY340" fmla="*/ 127600 h 155451"/>
                <a:gd name="connsiteX341" fmla="*/ 176966 w 224442"/>
                <a:gd name="connsiteY341" fmla="*/ 125202 h 155451"/>
                <a:gd name="connsiteX342" fmla="*/ 178232 w 224442"/>
                <a:gd name="connsiteY342" fmla="*/ 122151 h 155451"/>
                <a:gd name="connsiteX343" fmla="*/ 181283 w 224442"/>
                <a:gd name="connsiteY343" fmla="*/ 120885 h 155451"/>
                <a:gd name="connsiteX344" fmla="*/ 181283 w 224442"/>
                <a:gd name="connsiteY344" fmla="*/ 120885 h 155451"/>
                <a:gd name="connsiteX345" fmla="*/ 211494 w 224442"/>
                <a:gd name="connsiteY345" fmla="*/ 103621 h 155451"/>
                <a:gd name="connsiteX346" fmla="*/ 209097 w 224442"/>
                <a:gd name="connsiteY346" fmla="*/ 102895 h 155451"/>
                <a:gd name="connsiteX347" fmla="*/ 207507 w 224442"/>
                <a:gd name="connsiteY347" fmla="*/ 100957 h 155451"/>
                <a:gd name="connsiteX348" fmla="*/ 207261 w 224442"/>
                <a:gd name="connsiteY348" fmla="*/ 98464 h 155451"/>
                <a:gd name="connsiteX349" fmla="*/ 208442 w 224442"/>
                <a:gd name="connsiteY349" fmla="*/ 96254 h 155451"/>
                <a:gd name="connsiteX350" fmla="*/ 210652 w 224442"/>
                <a:gd name="connsiteY350" fmla="*/ 95073 h 155451"/>
                <a:gd name="connsiteX351" fmla="*/ 213146 w 224442"/>
                <a:gd name="connsiteY351" fmla="*/ 95318 h 155451"/>
                <a:gd name="connsiteX352" fmla="*/ 215083 w 224442"/>
                <a:gd name="connsiteY352" fmla="*/ 96908 h 155451"/>
                <a:gd name="connsiteX353" fmla="*/ 215811 w 224442"/>
                <a:gd name="connsiteY353" fmla="*/ 99306 h 155451"/>
                <a:gd name="connsiteX354" fmla="*/ 214545 w 224442"/>
                <a:gd name="connsiteY354" fmla="*/ 102357 h 155451"/>
                <a:gd name="connsiteX355" fmla="*/ 211494 w 224442"/>
                <a:gd name="connsiteY355" fmla="*/ 103621 h 155451"/>
                <a:gd name="connsiteX356" fmla="*/ 211494 w 224442"/>
                <a:gd name="connsiteY356" fmla="*/ 103621 h 15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</a:cxnLst>
              <a:rect l="l" t="t" r="r" b="b"/>
              <a:pathLst>
                <a:path w="224442" h="155451">
                  <a:moveTo>
                    <a:pt x="211494" y="86357"/>
                  </a:moveTo>
                  <a:cubicBezTo>
                    <a:pt x="209563" y="86355"/>
                    <a:pt x="207656" y="86788"/>
                    <a:pt x="205915" y="87623"/>
                  </a:cubicBezTo>
                  <a:lnTo>
                    <a:pt x="195495" y="77202"/>
                  </a:lnTo>
                  <a:cubicBezTo>
                    <a:pt x="194295" y="75996"/>
                    <a:pt x="192868" y="75040"/>
                    <a:pt x="191296" y="74389"/>
                  </a:cubicBezTo>
                  <a:cubicBezTo>
                    <a:pt x="189725" y="73738"/>
                    <a:pt x="188040" y="73405"/>
                    <a:pt x="186339" y="73410"/>
                  </a:cubicBezTo>
                  <a:lnTo>
                    <a:pt x="155386" y="73410"/>
                  </a:lnTo>
                  <a:lnTo>
                    <a:pt x="155386" y="64778"/>
                  </a:lnTo>
                  <a:lnTo>
                    <a:pt x="177707" y="64778"/>
                  </a:lnTo>
                  <a:cubicBezTo>
                    <a:pt x="179408" y="64782"/>
                    <a:pt x="181093" y="64450"/>
                    <a:pt x="182665" y="63798"/>
                  </a:cubicBezTo>
                  <a:cubicBezTo>
                    <a:pt x="184236" y="63148"/>
                    <a:pt x="185663" y="62191"/>
                    <a:pt x="186862" y="60985"/>
                  </a:cubicBezTo>
                  <a:lnTo>
                    <a:pt x="198965" y="48883"/>
                  </a:lnTo>
                  <a:cubicBezTo>
                    <a:pt x="201318" y="50817"/>
                    <a:pt x="204278" y="51861"/>
                    <a:pt x="207324" y="51831"/>
                  </a:cubicBezTo>
                  <a:cubicBezTo>
                    <a:pt x="210370" y="51802"/>
                    <a:pt x="213309" y="50701"/>
                    <a:pt x="215624" y="48720"/>
                  </a:cubicBezTo>
                  <a:cubicBezTo>
                    <a:pt x="217940" y="46740"/>
                    <a:pt x="219484" y="44008"/>
                    <a:pt x="219987" y="41004"/>
                  </a:cubicBezTo>
                  <a:cubicBezTo>
                    <a:pt x="220489" y="37999"/>
                    <a:pt x="219918" y="34914"/>
                    <a:pt x="218373" y="32288"/>
                  </a:cubicBezTo>
                  <a:cubicBezTo>
                    <a:pt x="216827" y="29663"/>
                    <a:pt x="214407" y="27665"/>
                    <a:pt x="211537" y="26645"/>
                  </a:cubicBezTo>
                  <a:cubicBezTo>
                    <a:pt x="208666" y="25626"/>
                    <a:pt x="205528" y="25650"/>
                    <a:pt x="202673" y="26713"/>
                  </a:cubicBezTo>
                  <a:cubicBezTo>
                    <a:pt x="199817" y="27776"/>
                    <a:pt x="197428" y="29810"/>
                    <a:pt x="195924" y="32459"/>
                  </a:cubicBezTo>
                  <a:cubicBezTo>
                    <a:pt x="194419" y="35107"/>
                    <a:pt x="193894" y="38202"/>
                    <a:pt x="194442" y="41198"/>
                  </a:cubicBezTo>
                  <a:lnTo>
                    <a:pt x="180759" y="54881"/>
                  </a:lnTo>
                  <a:cubicBezTo>
                    <a:pt x="180359" y="55284"/>
                    <a:pt x="179883" y="55602"/>
                    <a:pt x="179360" y="55819"/>
                  </a:cubicBezTo>
                  <a:cubicBezTo>
                    <a:pt x="178836" y="56036"/>
                    <a:pt x="178274" y="56147"/>
                    <a:pt x="177707" y="56146"/>
                  </a:cubicBezTo>
                  <a:lnTo>
                    <a:pt x="155386" y="56146"/>
                  </a:lnTo>
                  <a:lnTo>
                    <a:pt x="155386" y="47513"/>
                  </a:lnTo>
                  <a:cubicBezTo>
                    <a:pt x="155385" y="46736"/>
                    <a:pt x="155315" y="45961"/>
                    <a:pt x="155175" y="45197"/>
                  </a:cubicBezTo>
                  <a:lnTo>
                    <a:pt x="171387" y="28984"/>
                  </a:lnTo>
                  <a:cubicBezTo>
                    <a:pt x="174145" y="30302"/>
                    <a:pt x="177278" y="30602"/>
                    <a:pt x="180236" y="29831"/>
                  </a:cubicBezTo>
                  <a:cubicBezTo>
                    <a:pt x="183192" y="29062"/>
                    <a:pt x="185782" y="27271"/>
                    <a:pt x="187546" y="24775"/>
                  </a:cubicBezTo>
                  <a:cubicBezTo>
                    <a:pt x="189311" y="22281"/>
                    <a:pt x="190136" y="19242"/>
                    <a:pt x="189877" y="16198"/>
                  </a:cubicBezTo>
                  <a:cubicBezTo>
                    <a:pt x="189618" y="13153"/>
                    <a:pt x="188291" y="10298"/>
                    <a:pt x="186130" y="8137"/>
                  </a:cubicBezTo>
                  <a:cubicBezTo>
                    <a:pt x="183970" y="5977"/>
                    <a:pt x="181115" y="4650"/>
                    <a:pt x="178070" y="4390"/>
                  </a:cubicBezTo>
                  <a:cubicBezTo>
                    <a:pt x="175026" y="4131"/>
                    <a:pt x="171987" y="4957"/>
                    <a:pt x="169492" y="6721"/>
                  </a:cubicBezTo>
                  <a:cubicBezTo>
                    <a:pt x="166997" y="8486"/>
                    <a:pt x="165206" y="11076"/>
                    <a:pt x="164437" y="14032"/>
                  </a:cubicBezTo>
                  <a:cubicBezTo>
                    <a:pt x="163666" y="16990"/>
                    <a:pt x="163966" y="20123"/>
                    <a:pt x="165284" y="22881"/>
                  </a:cubicBezTo>
                  <a:lnTo>
                    <a:pt x="150652" y="37512"/>
                  </a:lnTo>
                  <a:cubicBezTo>
                    <a:pt x="148340" y="35604"/>
                    <a:pt x="145435" y="34562"/>
                    <a:pt x="142438" y="34565"/>
                  </a:cubicBezTo>
                  <a:lnTo>
                    <a:pt x="125174" y="34565"/>
                  </a:lnTo>
                  <a:lnTo>
                    <a:pt x="125174" y="25934"/>
                  </a:lnTo>
                  <a:cubicBezTo>
                    <a:pt x="125176" y="24790"/>
                    <a:pt x="125631" y="23692"/>
                    <a:pt x="126440" y="22883"/>
                  </a:cubicBezTo>
                  <a:cubicBezTo>
                    <a:pt x="127249" y="22074"/>
                    <a:pt x="128346" y="21619"/>
                    <a:pt x="129490" y="21618"/>
                  </a:cubicBezTo>
                  <a:lnTo>
                    <a:pt x="132798" y="21618"/>
                  </a:lnTo>
                  <a:cubicBezTo>
                    <a:pt x="134817" y="23869"/>
                    <a:pt x="137561" y="25341"/>
                    <a:pt x="140553" y="25780"/>
                  </a:cubicBezTo>
                  <a:cubicBezTo>
                    <a:pt x="143546" y="26218"/>
                    <a:pt x="146596" y="25595"/>
                    <a:pt x="149177" y="24018"/>
                  </a:cubicBezTo>
                  <a:cubicBezTo>
                    <a:pt x="151758" y="22442"/>
                    <a:pt x="153704" y="20011"/>
                    <a:pt x="154679" y="17148"/>
                  </a:cubicBezTo>
                  <a:cubicBezTo>
                    <a:pt x="155654" y="14285"/>
                    <a:pt x="155595" y="11172"/>
                    <a:pt x="154513" y="8348"/>
                  </a:cubicBezTo>
                  <a:cubicBezTo>
                    <a:pt x="153431" y="5523"/>
                    <a:pt x="151394" y="3168"/>
                    <a:pt x="148756" y="1690"/>
                  </a:cubicBezTo>
                  <a:cubicBezTo>
                    <a:pt x="146118" y="210"/>
                    <a:pt x="143045" y="-297"/>
                    <a:pt x="140072" y="254"/>
                  </a:cubicBezTo>
                  <a:cubicBezTo>
                    <a:pt x="137098" y="806"/>
                    <a:pt x="134412" y="2380"/>
                    <a:pt x="132478" y="4706"/>
                  </a:cubicBezTo>
                  <a:cubicBezTo>
                    <a:pt x="130546" y="7032"/>
                    <a:pt x="129489" y="9961"/>
                    <a:pt x="129490" y="12985"/>
                  </a:cubicBezTo>
                  <a:cubicBezTo>
                    <a:pt x="126058" y="12989"/>
                    <a:pt x="122766" y="14355"/>
                    <a:pt x="120339" y="16782"/>
                  </a:cubicBezTo>
                  <a:cubicBezTo>
                    <a:pt x="117911" y="19210"/>
                    <a:pt x="116546" y="22501"/>
                    <a:pt x="116542" y="25934"/>
                  </a:cubicBezTo>
                  <a:lnTo>
                    <a:pt x="116542" y="34565"/>
                  </a:lnTo>
                  <a:lnTo>
                    <a:pt x="107910" y="34565"/>
                  </a:lnTo>
                  <a:lnTo>
                    <a:pt x="107910" y="25934"/>
                  </a:lnTo>
                  <a:cubicBezTo>
                    <a:pt x="107906" y="22501"/>
                    <a:pt x="106541" y="19210"/>
                    <a:pt x="104113" y="16782"/>
                  </a:cubicBezTo>
                  <a:cubicBezTo>
                    <a:pt x="101686" y="14355"/>
                    <a:pt x="98395" y="12989"/>
                    <a:pt x="94962" y="12985"/>
                  </a:cubicBezTo>
                  <a:cubicBezTo>
                    <a:pt x="94966" y="9954"/>
                    <a:pt x="93909" y="7017"/>
                    <a:pt x="91972" y="4684"/>
                  </a:cubicBezTo>
                  <a:cubicBezTo>
                    <a:pt x="90036" y="2353"/>
                    <a:pt x="87344" y="771"/>
                    <a:pt x="84364" y="218"/>
                  </a:cubicBezTo>
                  <a:cubicBezTo>
                    <a:pt x="81383" y="-335"/>
                    <a:pt x="78303" y="172"/>
                    <a:pt x="75658" y="1654"/>
                  </a:cubicBezTo>
                  <a:cubicBezTo>
                    <a:pt x="73014" y="3136"/>
                    <a:pt x="70972" y="5497"/>
                    <a:pt x="69887" y="8328"/>
                  </a:cubicBezTo>
                  <a:cubicBezTo>
                    <a:pt x="68802" y="11158"/>
                    <a:pt x="68744" y="14279"/>
                    <a:pt x="69721" y="17149"/>
                  </a:cubicBezTo>
                  <a:cubicBezTo>
                    <a:pt x="70699" y="20018"/>
                    <a:pt x="72651" y="22454"/>
                    <a:pt x="75238" y="24034"/>
                  </a:cubicBezTo>
                  <a:cubicBezTo>
                    <a:pt x="77826" y="25614"/>
                    <a:pt x="80884" y="26237"/>
                    <a:pt x="83884" y="25796"/>
                  </a:cubicBezTo>
                  <a:cubicBezTo>
                    <a:pt x="86882" y="25354"/>
                    <a:pt x="89632" y="23875"/>
                    <a:pt x="91654" y="21618"/>
                  </a:cubicBezTo>
                  <a:lnTo>
                    <a:pt x="94962" y="21618"/>
                  </a:lnTo>
                  <a:cubicBezTo>
                    <a:pt x="96106" y="21619"/>
                    <a:pt x="97204" y="22074"/>
                    <a:pt x="98012" y="22883"/>
                  </a:cubicBezTo>
                  <a:cubicBezTo>
                    <a:pt x="98822" y="23692"/>
                    <a:pt x="99277" y="24790"/>
                    <a:pt x="99278" y="25934"/>
                  </a:cubicBezTo>
                  <a:lnTo>
                    <a:pt x="99278" y="34565"/>
                  </a:lnTo>
                  <a:lnTo>
                    <a:pt x="82014" y="34565"/>
                  </a:lnTo>
                  <a:cubicBezTo>
                    <a:pt x="79017" y="34562"/>
                    <a:pt x="76112" y="35604"/>
                    <a:pt x="73800" y="37512"/>
                  </a:cubicBezTo>
                  <a:lnTo>
                    <a:pt x="59168" y="22881"/>
                  </a:lnTo>
                  <a:cubicBezTo>
                    <a:pt x="60486" y="20123"/>
                    <a:pt x="60786" y="16990"/>
                    <a:pt x="60016" y="14032"/>
                  </a:cubicBezTo>
                  <a:cubicBezTo>
                    <a:pt x="59245" y="11076"/>
                    <a:pt x="57455" y="8486"/>
                    <a:pt x="54960" y="6721"/>
                  </a:cubicBezTo>
                  <a:cubicBezTo>
                    <a:pt x="52466" y="4957"/>
                    <a:pt x="49427" y="4131"/>
                    <a:pt x="46382" y="4390"/>
                  </a:cubicBezTo>
                  <a:cubicBezTo>
                    <a:pt x="43338" y="4650"/>
                    <a:pt x="40482" y="5977"/>
                    <a:pt x="38322" y="8137"/>
                  </a:cubicBezTo>
                  <a:cubicBezTo>
                    <a:pt x="36162" y="10298"/>
                    <a:pt x="34834" y="13153"/>
                    <a:pt x="34575" y="16198"/>
                  </a:cubicBezTo>
                  <a:cubicBezTo>
                    <a:pt x="34316" y="19242"/>
                    <a:pt x="35142" y="22281"/>
                    <a:pt x="36906" y="24775"/>
                  </a:cubicBezTo>
                  <a:cubicBezTo>
                    <a:pt x="38670" y="27271"/>
                    <a:pt x="41259" y="29062"/>
                    <a:pt x="44217" y="29831"/>
                  </a:cubicBezTo>
                  <a:cubicBezTo>
                    <a:pt x="47173" y="30602"/>
                    <a:pt x="50308" y="30302"/>
                    <a:pt x="53065" y="28984"/>
                  </a:cubicBezTo>
                  <a:lnTo>
                    <a:pt x="69277" y="45197"/>
                  </a:lnTo>
                  <a:cubicBezTo>
                    <a:pt x="69138" y="45961"/>
                    <a:pt x="69067" y="46736"/>
                    <a:pt x="69066" y="47513"/>
                  </a:cubicBezTo>
                  <a:lnTo>
                    <a:pt x="69066" y="56146"/>
                  </a:lnTo>
                  <a:lnTo>
                    <a:pt x="46746" y="56146"/>
                  </a:lnTo>
                  <a:cubicBezTo>
                    <a:pt x="46178" y="56147"/>
                    <a:pt x="45616" y="56036"/>
                    <a:pt x="45092" y="55819"/>
                  </a:cubicBezTo>
                  <a:cubicBezTo>
                    <a:pt x="44568" y="55602"/>
                    <a:pt x="44093" y="55284"/>
                    <a:pt x="43693" y="54881"/>
                  </a:cubicBezTo>
                  <a:lnTo>
                    <a:pt x="30010" y="41198"/>
                  </a:lnTo>
                  <a:cubicBezTo>
                    <a:pt x="30558" y="38203"/>
                    <a:pt x="30033" y="35110"/>
                    <a:pt x="28528" y="32463"/>
                  </a:cubicBezTo>
                  <a:cubicBezTo>
                    <a:pt x="27024" y="29815"/>
                    <a:pt x="24635" y="27782"/>
                    <a:pt x="21782" y="26719"/>
                  </a:cubicBezTo>
                  <a:cubicBezTo>
                    <a:pt x="18927" y="25657"/>
                    <a:pt x="15791" y="25634"/>
                    <a:pt x="12922" y="26653"/>
                  </a:cubicBezTo>
                  <a:cubicBezTo>
                    <a:pt x="10052" y="27672"/>
                    <a:pt x="7632" y="29668"/>
                    <a:pt x="6088" y="32293"/>
                  </a:cubicBezTo>
                  <a:cubicBezTo>
                    <a:pt x="4543" y="34918"/>
                    <a:pt x="3972" y="38002"/>
                    <a:pt x="4475" y="41005"/>
                  </a:cubicBezTo>
                  <a:cubicBezTo>
                    <a:pt x="4977" y="44009"/>
                    <a:pt x="6521" y="46740"/>
                    <a:pt x="8834" y="48718"/>
                  </a:cubicBezTo>
                  <a:cubicBezTo>
                    <a:pt x="11149" y="50698"/>
                    <a:pt x="14087" y="51799"/>
                    <a:pt x="17132" y="51829"/>
                  </a:cubicBezTo>
                  <a:cubicBezTo>
                    <a:pt x="20177" y="51859"/>
                    <a:pt x="23134" y="50816"/>
                    <a:pt x="25488" y="48883"/>
                  </a:cubicBezTo>
                  <a:lnTo>
                    <a:pt x="37589" y="60985"/>
                  </a:lnTo>
                  <a:cubicBezTo>
                    <a:pt x="38790" y="62191"/>
                    <a:pt x="40216" y="63148"/>
                    <a:pt x="41788" y="63798"/>
                  </a:cubicBezTo>
                  <a:cubicBezTo>
                    <a:pt x="43359" y="64450"/>
                    <a:pt x="45045" y="64782"/>
                    <a:pt x="46746" y="64778"/>
                  </a:cubicBezTo>
                  <a:lnTo>
                    <a:pt x="69066" y="64778"/>
                  </a:lnTo>
                  <a:lnTo>
                    <a:pt x="69066" y="73410"/>
                  </a:lnTo>
                  <a:lnTo>
                    <a:pt x="38113" y="73410"/>
                  </a:lnTo>
                  <a:cubicBezTo>
                    <a:pt x="36412" y="73405"/>
                    <a:pt x="34727" y="73738"/>
                    <a:pt x="33156" y="74389"/>
                  </a:cubicBezTo>
                  <a:cubicBezTo>
                    <a:pt x="31584" y="75040"/>
                    <a:pt x="30157" y="75996"/>
                    <a:pt x="28958" y="77202"/>
                  </a:cubicBezTo>
                  <a:lnTo>
                    <a:pt x="18537" y="87623"/>
                  </a:lnTo>
                  <a:cubicBezTo>
                    <a:pt x="15779" y="86306"/>
                    <a:pt x="12645" y="86006"/>
                    <a:pt x="9689" y="86776"/>
                  </a:cubicBezTo>
                  <a:cubicBezTo>
                    <a:pt x="6731" y="87546"/>
                    <a:pt x="4141" y="89337"/>
                    <a:pt x="2377" y="91831"/>
                  </a:cubicBezTo>
                  <a:cubicBezTo>
                    <a:pt x="613" y="94326"/>
                    <a:pt x="-212" y="97364"/>
                    <a:pt x="47" y="100410"/>
                  </a:cubicBezTo>
                  <a:cubicBezTo>
                    <a:pt x="306" y="103454"/>
                    <a:pt x="1634" y="106309"/>
                    <a:pt x="3794" y="108470"/>
                  </a:cubicBezTo>
                  <a:cubicBezTo>
                    <a:pt x="5954" y="110631"/>
                    <a:pt x="8810" y="111958"/>
                    <a:pt x="11854" y="112217"/>
                  </a:cubicBezTo>
                  <a:cubicBezTo>
                    <a:pt x="14899" y="112476"/>
                    <a:pt x="17937" y="111650"/>
                    <a:pt x="20432" y="109886"/>
                  </a:cubicBezTo>
                  <a:cubicBezTo>
                    <a:pt x="22927" y="108122"/>
                    <a:pt x="24717" y="105532"/>
                    <a:pt x="25488" y="102576"/>
                  </a:cubicBezTo>
                  <a:cubicBezTo>
                    <a:pt x="26258" y="99618"/>
                    <a:pt x="25958" y="96484"/>
                    <a:pt x="24640" y="93727"/>
                  </a:cubicBezTo>
                  <a:lnTo>
                    <a:pt x="35062" y="83306"/>
                  </a:lnTo>
                  <a:cubicBezTo>
                    <a:pt x="35462" y="82904"/>
                    <a:pt x="35937" y="82585"/>
                    <a:pt x="36461" y="82368"/>
                  </a:cubicBezTo>
                  <a:cubicBezTo>
                    <a:pt x="36985" y="82151"/>
                    <a:pt x="37547" y="82041"/>
                    <a:pt x="38113" y="82042"/>
                  </a:cubicBezTo>
                  <a:lnTo>
                    <a:pt x="69066" y="82042"/>
                  </a:lnTo>
                  <a:lnTo>
                    <a:pt x="69066" y="90674"/>
                  </a:lnTo>
                  <a:lnTo>
                    <a:pt x="51802" y="90674"/>
                  </a:lnTo>
                  <a:cubicBezTo>
                    <a:pt x="48369" y="90678"/>
                    <a:pt x="45078" y="92043"/>
                    <a:pt x="42650" y="94471"/>
                  </a:cubicBezTo>
                  <a:cubicBezTo>
                    <a:pt x="40223" y="96898"/>
                    <a:pt x="38857" y="100189"/>
                    <a:pt x="38853" y="103621"/>
                  </a:cubicBezTo>
                  <a:lnTo>
                    <a:pt x="38853" y="112996"/>
                  </a:lnTo>
                  <a:cubicBezTo>
                    <a:pt x="35974" y="114014"/>
                    <a:pt x="33547" y="116018"/>
                    <a:pt x="32001" y="118652"/>
                  </a:cubicBezTo>
                  <a:cubicBezTo>
                    <a:pt x="30456" y="121286"/>
                    <a:pt x="29891" y="124383"/>
                    <a:pt x="30409" y="127393"/>
                  </a:cubicBezTo>
                  <a:cubicBezTo>
                    <a:pt x="30925" y="130404"/>
                    <a:pt x="32489" y="133135"/>
                    <a:pt x="34824" y="135103"/>
                  </a:cubicBezTo>
                  <a:cubicBezTo>
                    <a:pt x="37160" y="137072"/>
                    <a:pt x="40115" y="138151"/>
                    <a:pt x="43170" y="138151"/>
                  </a:cubicBezTo>
                  <a:cubicBezTo>
                    <a:pt x="46224" y="138151"/>
                    <a:pt x="49180" y="137072"/>
                    <a:pt x="51516" y="135103"/>
                  </a:cubicBezTo>
                  <a:cubicBezTo>
                    <a:pt x="53851" y="133135"/>
                    <a:pt x="55415" y="130404"/>
                    <a:pt x="55932" y="127393"/>
                  </a:cubicBezTo>
                  <a:cubicBezTo>
                    <a:pt x="56448" y="124383"/>
                    <a:pt x="55883" y="121286"/>
                    <a:pt x="54338" y="118652"/>
                  </a:cubicBezTo>
                  <a:cubicBezTo>
                    <a:pt x="52792" y="116018"/>
                    <a:pt x="50365" y="114014"/>
                    <a:pt x="47486" y="112996"/>
                  </a:cubicBezTo>
                  <a:lnTo>
                    <a:pt x="47486" y="103621"/>
                  </a:lnTo>
                  <a:cubicBezTo>
                    <a:pt x="47487" y="102477"/>
                    <a:pt x="47942" y="101380"/>
                    <a:pt x="48752" y="100572"/>
                  </a:cubicBezTo>
                  <a:cubicBezTo>
                    <a:pt x="49560" y="99762"/>
                    <a:pt x="50658" y="99308"/>
                    <a:pt x="51802" y="99306"/>
                  </a:cubicBezTo>
                  <a:lnTo>
                    <a:pt x="69066" y="99306"/>
                  </a:lnTo>
                  <a:lnTo>
                    <a:pt x="69066" y="107938"/>
                  </a:lnTo>
                  <a:cubicBezTo>
                    <a:pt x="69070" y="111371"/>
                    <a:pt x="70435" y="114662"/>
                    <a:pt x="72862" y="117089"/>
                  </a:cubicBezTo>
                  <a:cubicBezTo>
                    <a:pt x="75290" y="119517"/>
                    <a:pt x="78581" y="120882"/>
                    <a:pt x="82014" y="120885"/>
                  </a:cubicBezTo>
                  <a:lnTo>
                    <a:pt x="99278" y="120885"/>
                  </a:lnTo>
                  <a:lnTo>
                    <a:pt x="99278" y="129518"/>
                  </a:lnTo>
                  <a:cubicBezTo>
                    <a:pt x="99277" y="130662"/>
                    <a:pt x="98822" y="131759"/>
                    <a:pt x="98012" y="132568"/>
                  </a:cubicBezTo>
                  <a:cubicBezTo>
                    <a:pt x="97204" y="133378"/>
                    <a:pt x="96106" y="133833"/>
                    <a:pt x="94962" y="133834"/>
                  </a:cubicBezTo>
                  <a:lnTo>
                    <a:pt x="91654" y="133834"/>
                  </a:lnTo>
                  <a:cubicBezTo>
                    <a:pt x="89635" y="131583"/>
                    <a:pt x="86891" y="130109"/>
                    <a:pt x="83899" y="129671"/>
                  </a:cubicBezTo>
                  <a:cubicBezTo>
                    <a:pt x="80907" y="129233"/>
                    <a:pt x="77855" y="129856"/>
                    <a:pt x="75275" y="131433"/>
                  </a:cubicBezTo>
                  <a:cubicBezTo>
                    <a:pt x="72695" y="133010"/>
                    <a:pt x="70748" y="135441"/>
                    <a:pt x="69773" y="138304"/>
                  </a:cubicBezTo>
                  <a:cubicBezTo>
                    <a:pt x="68798" y="141166"/>
                    <a:pt x="68857" y="144280"/>
                    <a:pt x="69939" y="147104"/>
                  </a:cubicBezTo>
                  <a:cubicBezTo>
                    <a:pt x="71021" y="149928"/>
                    <a:pt x="73058" y="152284"/>
                    <a:pt x="75696" y="153762"/>
                  </a:cubicBezTo>
                  <a:cubicBezTo>
                    <a:pt x="78335" y="155240"/>
                    <a:pt x="81407" y="155749"/>
                    <a:pt x="84381" y="155197"/>
                  </a:cubicBezTo>
                  <a:cubicBezTo>
                    <a:pt x="87354" y="154646"/>
                    <a:pt x="90041" y="153070"/>
                    <a:pt x="91973" y="150745"/>
                  </a:cubicBezTo>
                  <a:cubicBezTo>
                    <a:pt x="93907" y="148419"/>
                    <a:pt x="94964" y="145490"/>
                    <a:pt x="94962" y="142466"/>
                  </a:cubicBezTo>
                  <a:cubicBezTo>
                    <a:pt x="98395" y="142462"/>
                    <a:pt x="101686" y="141097"/>
                    <a:pt x="104113" y="138670"/>
                  </a:cubicBezTo>
                  <a:cubicBezTo>
                    <a:pt x="106541" y="136242"/>
                    <a:pt x="107906" y="132951"/>
                    <a:pt x="107910" y="129518"/>
                  </a:cubicBezTo>
                  <a:lnTo>
                    <a:pt x="107910" y="120885"/>
                  </a:lnTo>
                  <a:lnTo>
                    <a:pt x="116542" y="120885"/>
                  </a:lnTo>
                  <a:lnTo>
                    <a:pt x="116542" y="129518"/>
                  </a:lnTo>
                  <a:cubicBezTo>
                    <a:pt x="116546" y="132951"/>
                    <a:pt x="117911" y="136242"/>
                    <a:pt x="120339" y="138670"/>
                  </a:cubicBezTo>
                  <a:cubicBezTo>
                    <a:pt x="122766" y="141097"/>
                    <a:pt x="126058" y="142462"/>
                    <a:pt x="129490" y="142466"/>
                  </a:cubicBezTo>
                  <a:cubicBezTo>
                    <a:pt x="129486" y="145497"/>
                    <a:pt x="130544" y="148435"/>
                    <a:pt x="132479" y="150766"/>
                  </a:cubicBezTo>
                  <a:cubicBezTo>
                    <a:pt x="134416" y="153099"/>
                    <a:pt x="137109" y="154679"/>
                    <a:pt x="140089" y="155234"/>
                  </a:cubicBezTo>
                  <a:cubicBezTo>
                    <a:pt x="143069" y="155787"/>
                    <a:pt x="146149" y="155278"/>
                    <a:pt x="148794" y="153797"/>
                  </a:cubicBezTo>
                  <a:cubicBezTo>
                    <a:pt x="151439" y="152316"/>
                    <a:pt x="153480" y="149955"/>
                    <a:pt x="154565" y="147124"/>
                  </a:cubicBezTo>
                  <a:cubicBezTo>
                    <a:pt x="155650" y="144293"/>
                    <a:pt x="155708" y="141172"/>
                    <a:pt x="154731" y="138303"/>
                  </a:cubicBezTo>
                  <a:cubicBezTo>
                    <a:pt x="153753" y="135433"/>
                    <a:pt x="151801" y="132997"/>
                    <a:pt x="149214" y="131417"/>
                  </a:cubicBezTo>
                  <a:cubicBezTo>
                    <a:pt x="146627" y="129838"/>
                    <a:pt x="143567" y="129215"/>
                    <a:pt x="140569" y="129656"/>
                  </a:cubicBezTo>
                  <a:cubicBezTo>
                    <a:pt x="137570" y="130097"/>
                    <a:pt x="134820" y="131575"/>
                    <a:pt x="132798" y="133834"/>
                  </a:cubicBezTo>
                  <a:lnTo>
                    <a:pt x="129490" y="133834"/>
                  </a:lnTo>
                  <a:cubicBezTo>
                    <a:pt x="128346" y="133833"/>
                    <a:pt x="127249" y="133378"/>
                    <a:pt x="126440" y="132568"/>
                  </a:cubicBezTo>
                  <a:cubicBezTo>
                    <a:pt x="125631" y="131759"/>
                    <a:pt x="125176" y="130662"/>
                    <a:pt x="125174" y="129518"/>
                  </a:cubicBezTo>
                  <a:lnTo>
                    <a:pt x="125174" y="120885"/>
                  </a:lnTo>
                  <a:lnTo>
                    <a:pt x="142438" y="120885"/>
                  </a:lnTo>
                  <a:cubicBezTo>
                    <a:pt x="145871" y="120882"/>
                    <a:pt x="149162" y="119517"/>
                    <a:pt x="151589" y="117089"/>
                  </a:cubicBezTo>
                  <a:cubicBezTo>
                    <a:pt x="154017" y="114662"/>
                    <a:pt x="155382" y="111371"/>
                    <a:pt x="155386" y="107938"/>
                  </a:cubicBezTo>
                  <a:lnTo>
                    <a:pt x="155386" y="99306"/>
                  </a:lnTo>
                  <a:lnTo>
                    <a:pt x="172650" y="99306"/>
                  </a:lnTo>
                  <a:cubicBezTo>
                    <a:pt x="173795" y="99308"/>
                    <a:pt x="174891" y="99762"/>
                    <a:pt x="175701" y="100572"/>
                  </a:cubicBezTo>
                  <a:cubicBezTo>
                    <a:pt x="176510" y="101380"/>
                    <a:pt x="176965" y="102477"/>
                    <a:pt x="176966" y="103621"/>
                  </a:cubicBezTo>
                  <a:lnTo>
                    <a:pt x="176966" y="112996"/>
                  </a:lnTo>
                  <a:cubicBezTo>
                    <a:pt x="174087" y="114014"/>
                    <a:pt x="171660" y="116018"/>
                    <a:pt x="170114" y="118652"/>
                  </a:cubicBezTo>
                  <a:cubicBezTo>
                    <a:pt x="168569" y="121286"/>
                    <a:pt x="168004" y="124383"/>
                    <a:pt x="168521" y="127393"/>
                  </a:cubicBezTo>
                  <a:cubicBezTo>
                    <a:pt x="169037" y="130404"/>
                    <a:pt x="170601" y="133135"/>
                    <a:pt x="172937" y="135103"/>
                  </a:cubicBezTo>
                  <a:cubicBezTo>
                    <a:pt x="175272" y="137072"/>
                    <a:pt x="178228" y="138151"/>
                    <a:pt x="181283" y="138151"/>
                  </a:cubicBezTo>
                  <a:cubicBezTo>
                    <a:pt x="184336" y="138151"/>
                    <a:pt x="187293" y="137072"/>
                    <a:pt x="189628" y="135103"/>
                  </a:cubicBezTo>
                  <a:cubicBezTo>
                    <a:pt x="191963" y="133135"/>
                    <a:pt x="193527" y="130404"/>
                    <a:pt x="194044" y="127393"/>
                  </a:cubicBezTo>
                  <a:cubicBezTo>
                    <a:pt x="194561" y="124383"/>
                    <a:pt x="193996" y="121286"/>
                    <a:pt x="192451" y="118652"/>
                  </a:cubicBezTo>
                  <a:cubicBezTo>
                    <a:pt x="190905" y="116018"/>
                    <a:pt x="188478" y="114014"/>
                    <a:pt x="185598" y="112996"/>
                  </a:cubicBezTo>
                  <a:lnTo>
                    <a:pt x="185598" y="103621"/>
                  </a:lnTo>
                  <a:cubicBezTo>
                    <a:pt x="185595" y="100189"/>
                    <a:pt x="184229" y="96898"/>
                    <a:pt x="181802" y="94471"/>
                  </a:cubicBezTo>
                  <a:cubicBezTo>
                    <a:pt x="179375" y="92043"/>
                    <a:pt x="176083" y="90678"/>
                    <a:pt x="172650" y="90674"/>
                  </a:cubicBezTo>
                  <a:lnTo>
                    <a:pt x="155386" y="90674"/>
                  </a:lnTo>
                  <a:lnTo>
                    <a:pt x="155386" y="82042"/>
                  </a:lnTo>
                  <a:lnTo>
                    <a:pt x="186339" y="82042"/>
                  </a:lnTo>
                  <a:cubicBezTo>
                    <a:pt x="186906" y="82041"/>
                    <a:pt x="187467" y="82151"/>
                    <a:pt x="187991" y="82368"/>
                  </a:cubicBezTo>
                  <a:cubicBezTo>
                    <a:pt x="188515" y="82585"/>
                    <a:pt x="188991" y="82904"/>
                    <a:pt x="189391" y="83306"/>
                  </a:cubicBezTo>
                  <a:lnTo>
                    <a:pt x="199812" y="93727"/>
                  </a:lnTo>
                  <a:cubicBezTo>
                    <a:pt x="198603" y="96260"/>
                    <a:pt x="198250" y="99117"/>
                    <a:pt x="198805" y="101868"/>
                  </a:cubicBezTo>
                  <a:cubicBezTo>
                    <a:pt x="199361" y="104620"/>
                    <a:pt x="200796" y="107115"/>
                    <a:pt x="202893" y="108980"/>
                  </a:cubicBezTo>
                  <a:cubicBezTo>
                    <a:pt x="204990" y="110845"/>
                    <a:pt x="207637" y="111979"/>
                    <a:pt x="210435" y="112208"/>
                  </a:cubicBezTo>
                  <a:cubicBezTo>
                    <a:pt x="213232" y="112438"/>
                    <a:pt x="216029" y="111753"/>
                    <a:pt x="218403" y="110256"/>
                  </a:cubicBezTo>
                  <a:cubicBezTo>
                    <a:pt x="220777" y="108758"/>
                    <a:pt x="222600" y="106529"/>
                    <a:pt x="223597" y="103906"/>
                  </a:cubicBezTo>
                  <a:cubicBezTo>
                    <a:pt x="224595" y="101282"/>
                    <a:pt x="224713" y="98406"/>
                    <a:pt x="223934" y="95709"/>
                  </a:cubicBezTo>
                  <a:cubicBezTo>
                    <a:pt x="223154" y="93012"/>
                    <a:pt x="221519" y="90643"/>
                    <a:pt x="219276" y="88956"/>
                  </a:cubicBezTo>
                  <a:cubicBezTo>
                    <a:pt x="217032" y="87270"/>
                    <a:pt x="214301" y="86357"/>
                    <a:pt x="211494" y="86357"/>
                  </a:cubicBezTo>
                  <a:lnTo>
                    <a:pt x="211494" y="86357"/>
                  </a:lnTo>
                  <a:close/>
                  <a:moveTo>
                    <a:pt x="207178" y="34565"/>
                  </a:moveTo>
                  <a:cubicBezTo>
                    <a:pt x="208032" y="34565"/>
                    <a:pt x="208866" y="34819"/>
                    <a:pt x="209577" y="35293"/>
                  </a:cubicBezTo>
                  <a:cubicBezTo>
                    <a:pt x="210286" y="35767"/>
                    <a:pt x="210840" y="36442"/>
                    <a:pt x="211166" y="37230"/>
                  </a:cubicBezTo>
                  <a:cubicBezTo>
                    <a:pt x="211492" y="38019"/>
                    <a:pt x="211578" y="38887"/>
                    <a:pt x="211411" y="39724"/>
                  </a:cubicBezTo>
                  <a:cubicBezTo>
                    <a:pt x="211245" y="40561"/>
                    <a:pt x="210834" y="41330"/>
                    <a:pt x="210230" y="41934"/>
                  </a:cubicBezTo>
                  <a:cubicBezTo>
                    <a:pt x="209627" y="42537"/>
                    <a:pt x="208858" y="42948"/>
                    <a:pt x="208020" y="43115"/>
                  </a:cubicBezTo>
                  <a:cubicBezTo>
                    <a:pt x="207183" y="43282"/>
                    <a:pt x="206315" y="43196"/>
                    <a:pt x="205527" y="42869"/>
                  </a:cubicBezTo>
                  <a:cubicBezTo>
                    <a:pt x="204738" y="42542"/>
                    <a:pt x="204064" y="41989"/>
                    <a:pt x="203590" y="41279"/>
                  </a:cubicBezTo>
                  <a:cubicBezTo>
                    <a:pt x="203116" y="40570"/>
                    <a:pt x="202863" y="39735"/>
                    <a:pt x="202863" y="38882"/>
                  </a:cubicBezTo>
                  <a:cubicBezTo>
                    <a:pt x="202863" y="37737"/>
                    <a:pt x="203319" y="36641"/>
                    <a:pt x="204128" y="35831"/>
                  </a:cubicBezTo>
                  <a:cubicBezTo>
                    <a:pt x="204937" y="35022"/>
                    <a:pt x="206034" y="34567"/>
                    <a:pt x="207178" y="34565"/>
                  </a:cubicBezTo>
                  <a:lnTo>
                    <a:pt x="207178" y="34565"/>
                  </a:lnTo>
                  <a:close/>
                  <a:moveTo>
                    <a:pt x="176966" y="12985"/>
                  </a:moveTo>
                  <a:cubicBezTo>
                    <a:pt x="177820" y="12985"/>
                    <a:pt x="178655" y="13239"/>
                    <a:pt x="179364" y="13713"/>
                  </a:cubicBezTo>
                  <a:cubicBezTo>
                    <a:pt x="180074" y="14187"/>
                    <a:pt x="180627" y="14861"/>
                    <a:pt x="180954" y="15649"/>
                  </a:cubicBezTo>
                  <a:cubicBezTo>
                    <a:pt x="181281" y="16438"/>
                    <a:pt x="181366" y="17306"/>
                    <a:pt x="181200" y="18143"/>
                  </a:cubicBezTo>
                  <a:cubicBezTo>
                    <a:pt x="181033" y="18980"/>
                    <a:pt x="180622" y="19750"/>
                    <a:pt x="180019" y="20353"/>
                  </a:cubicBezTo>
                  <a:cubicBezTo>
                    <a:pt x="179415" y="20957"/>
                    <a:pt x="178645" y="21368"/>
                    <a:pt x="177808" y="21535"/>
                  </a:cubicBezTo>
                  <a:cubicBezTo>
                    <a:pt x="176971" y="21701"/>
                    <a:pt x="176103" y="21616"/>
                    <a:pt x="175314" y="21289"/>
                  </a:cubicBezTo>
                  <a:cubicBezTo>
                    <a:pt x="174526" y="20963"/>
                    <a:pt x="173852" y="20409"/>
                    <a:pt x="173378" y="19700"/>
                  </a:cubicBezTo>
                  <a:cubicBezTo>
                    <a:pt x="172904" y="18990"/>
                    <a:pt x="172650" y="18156"/>
                    <a:pt x="172650" y="17301"/>
                  </a:cubicBezTo>
                  <a:cubicBezTo>
                    <a:pt x="172652" y="16157"/>
                    <a:pt x="173106" y="15060"/>
                    <a:pt x="173916" y="14251"/>
                  </a:cubicBezTo>
                  <a:cubicBezTo>
                    <a:pt x="174725" y="13442"/>
                    <a:pt x="175822" y="12987"/>
                    <a:pt x="176966" y="12985"/>
                  </a:cubicBezTo>
                  <a:lnTo>
                    <a:pt x="176966" y="12985"/>
                  </a:lnTo>
                  <a:close/>
                  <a:moveTo>
                    <a:pt x="142438" y="8670"/>
                  </a:moveTo>
                  <a:cubicBezTo>
                    <a:pt x="143292" y="8670"/>
                    <a:pt x="144127" y="8923"/>
                    <a:pt x="144836" y="9397"/>
                  </a:cubicBezTo>
                  <a:cubicBezTo>
                    <a:pt x="145546" y="9871"/>
                    <a:pt x="146099" y="10545"/>
                    <a:pt x="146426" y="11334"/>
                  </a:cubicBezTo>
                  <a:cubicBezTo>
                    <a:pt x="146753" y="12122"/>
                    <a:pt x="146837" y="12990"/>
                    <a:pt x="146672" y="13827"/>
                  </a:cubicBezTo>
                  <a:cubicBezTo>
                    <a:pt x="146505" y="14665"/>
                    <a:pt x="146093" y="15434"/>
                    <a:pt x="145491" y="16037"/>
                  </a:cubicBezTo>
                  <a:cubicBezTo>
                    <a:pt x="144887" y="16641"/>
                    <a:pt x="144117" y="17052"/>
                    <a:pt x="143280" y="17218"/>
                  </a:cubicBezTo>
                  <a:cubicBezTo>
                    <a:pt x="142443" y="17385"/>
                    <a:pt x="141575" y="17299"/>
                    <a:pt x="140786" y="16973"/>
                  </a:cubicBezTo>
                  <a:cubicBezTo>
                    <a:pt x="139997" y="16647"/>
                    <a:pt x="139324" y="16093"/>
                    <a:pt x="138850" y="15384"/>
                  </a:cubicBezTo>
                  <a:cubicBezTo>
                    <a:pt x="138375" y="14673"/>
                    <a:pt x="138122" y="13839"/>
                    <a:pt x="138122" y="12985"/>
                  </a:cubicBezTo>
                  <a:cubicBezTo>
                    <a:pt x="138124" y="11841"/>
                    <a:pt x="138578" y="10744"/>
                    <a:pt x="139388" y="9935"/>
                  </a:cubicBezTo>
                  <a:cubicBezTo>
                    <a:pt x="140197" y="9126"/>
                    <a:pt x="141294" y="8671"/>
                    <a:pt x="142438" y="8670"/>
                  </a:cubicBezTo>
                  <a:lnTo>
                    <a:pt x="142438" y="8670"/>
                  </a:lnTo>
                  <a:close/>
                  <a:moveTo>
                    <a:pt x="82014" y="17301"/>
                  </a:moveTo>
                  <a:cubicBezTo>
                    <a:pt x="81161" y="17301"/>
                    <a:pt x="80326" y="17049"/>
                    <a:pt x="79616" y="16574"/>
                  </a:cubicBezTo>
                  <a:cubicBezTo>
                    <a:pt x="78906" y="16100"/>
                    <a:pt x="78354" y="15426"/>
                    <a:pt x="78027" y="14637"/>
                  </a:cubicBezTo>
                  <a:cubicBezTo>
                    <a:pt x="77700" y="13848"/>
                    <a:pt x="77614" y="12981"/>
                    <a:pt x="77781" y="12143"/>
                  </a:cubicBezTo>
                  <a:cubicBezTo>
                    <a:pt x="77948" y="11306"/>
                    <a:pt x="78358" y="10537"/>
                    <a:pt x="78962" y="9934"/>
                  </a:cubicBezTo>
                  <a:cubicBezTo>
                    <a:pt x="79566" y="9330"/>
                    <a:pt x="80335" y="8919"/>
                    <a:pt x="81172" y="8752"/>
                  </a:cubicBezTo>
                  <a:cubicBezTo>
                    <a:pt x="82009" y="8586"/>
                    <a:pt x="82877" y="8671"/>
                    <a:pt x="83666" y="8998"/>
                  </a:cubicBezTo>
                  <a:cubicBezTo>
                    <a:pt x="84454" y="9325"/>
                    <a:pt x="85129" y="9878"/>
                    <a:pt x="85603" y="10588"/>
                  </a:cubicBezTo>
                  <a:cubicBezTo>
                    <a:pt x="86076" y="11298"/>
                    <a:pt x="86330" y="12132"/>
                    <a:pt x="86330" y="12985"/>
                  </a:cubicBezTo>
                  <a:cubicBezTo>
                    <a:pt x="86329" y="14129"/>
                    <a:pt x="85874" y="15227"/>
                    <a:pt x="85064" y="16036"/>
                  </a:cubicBezTo>
                  <a:cubicBezTo>
                    <a:pt x="84255" y="16845"/>
                    <a:pt x="83158" y="17300"/>
                    <a:pt x="82014" y="17301"/>
                  </a:cubicBezTo>
                  <a:lnTo>
                    <a:pt x="82014" y="17301"/>
                  </a:lnTo>
                  <a:close/>
                  <a:moveTo>
                    <a:pt x="47486" y="21618"/>
                  </a:moveTo>
                  <a:cubicBezTo>
                    <a:pt x="46632" y="21618"/>
                    <a:pt x="45798" y="21364"/>
                    <a:pt x="45088" y="20890"/>
                  </a:cubicBezTo>
                  <a:cubicBezTo>
                    <a:pt x="44378" y="20416"/>
                    <a:pt x="43825" y="19741"/>
                    <a:pt x="43499" y="18953"/>
                  </a:cubicBezTo>
                  <a:cubicBezTo>
                    <a:pt x="43172" y="18164"/>
                    <a:pt x="43086" y="17296"/>
                    <a:pt x="43253" y="16459"/>
                  </a:cubicBezTo>
                  <a:cubicBezTo>
                    <a:pt x="43420" y="15622"/>
                    <a:pt x="43830" y="14853"/>
                    <a:pt x="44434" y="14249"/>
                  </a:cubicBezTo>
                  <a:cubicBezTo>
                    <a:pt x="45038" y="13646"/>
                    <a:pt x="45807" y="13235"/>
                    <a:pt x="46644" y="13068"/>
                  </a:cubicBezTo>
                  <a:cubicBezTo>
                    <a:pt x="47481" y="12902"/>
                    <a:pt x="48349" y="12987"/>
                    <a:pt x="49138" y="13314"/>
                  </a:cubicBezTo>
                  <a:cubicBezTo>
                    <a:pt x="49926" y="13641"/>
                    <a:pt x="50601" y="14194"/>
                    <a:pt x="51075" y="14904"/>
                  </a:cubicBezTo>
                  <a:cubicBezTo>
                    <a:pt x="51548" y="15613"/>
                    <a:pt x="51802" y="16448"/>
                    <a:pt x="51802" y="17301"/>
                  </a:cubicBezTo>
                  <a:cubicBezTo>
                    <a:pt x="51801" y="18446"/>
                    <a:pt x="51345" y="19542"/>
                    <a:pt x="50536" y="20352"/>
                  </a:cubicBezTo>
                  <a:cubicBezTo>
                    <a:pt x="49727" y="21161"/>
                    <a:pt x="48630" y="21616"/>
                    <a:pt x="47486" y="21618"/>
                  </a:cubicBezTo>
                  <a:lnTo>
                    <a:pt x="47486" y="21618"/>
                  </a:lnTo>
                  <a:close/>
                  <a:moveTo>
                    <a:pt x="17274" y="43198"/>
                  </a:moveTo>
                  <a:cubicBezTo>
                    <a:pt x="16420" y="43198"/>
                    <a:pt x="15586" y="42944"/>
                    <a:pt x="14876" y="42470"/>
                  </a:cubicBezTo>
                  <a:cubicBezTo>
                    <a:pt x="14167" y="41996"/>
                    <a:pt x="13613" y="41322"/>
                    <a:pt x="13286" y="40534"/>
                  </a:cubicBezTo>
                  <a:cubicBezTo>
                    <a:pt x="12960" y="39745"/>
                    <a:pt x="12874" y="38877"/>
                    <a:pt x="13041" y="38040"/>
                  </a:cubicBezTo>
                  <a:cubicBezTo>
                    <a:pt x="13207" y="37203"/>
                    <a:pt x="13618" y="36433"/>
                    <a:pt x="14222" y="35830"/>
                  </a:cubicBezTo>
                  <a:cubicBezTo>
                    <a:pt x="14826" y="35226"/>
                    <a:pt x="15594" y="34815"/>
                    <a:pt x="16432" y="34648"/>
                  </a:cubicBezTo>
                  <a:cubicBezTo>
                    <a:pt x="17269" y="34482"/>
                    <a:pt x="18137" y="34567"/>
                    <a:pt x="18925" y="34894"/>
                  </a:cubicBezTo>
                  <a:cubicBezTo>
                    <a:pt x="19714" y="35221"/>
                    <a:pt x="20388" y="35774"/>
                    <a:pt x="20863" y="36484"/>
                  </a:cubicBezTo>
                  <a:cubicBezTo>
                    <a:pt x="21337" y="37193"/>
                    <a:pt x="21589" y="38028"/>
                    <a:pt x="21589" y="38882"/>
                  </a:cubicBezTo>
                  <a:cubicBezTo>
                    <a:pt x="21588" y="40026"/>
                    <a:pt x="21133" y="41123"/>
                    <a:pt x="20324" y="41932"/>
                  </a:cubicBezTo>
                  <a:cubicBezTo>
                    <a:pt x="19515" y="42741"/>
                    <a:pt x="18418" y="43197"/>
                    <a:pt x="17274" y="43198"/>
                  </a:cubicBezTo>
                  <a:close/>
                  <a:moveTo>
                    <a:pt x="12958" y="103621"/>
                  </a:moveTo>
                  <a:cubicBezTo>
                    <a:pt x="12104" y="103621"/>
                    <a:pt x="11270" y="103369"/>
                    <a:pt x="10559" y="102895"/>
                  </a:cubicBezTo>
                  <a:cubicBezTo>
                    <a:pt x="9850" y="102420"/>
                    <a:pt x="9297" y="101746"/>
                    <a:pt x="8971" y="100957"/>
                  </a:cubicBezTo>
                  <a:cubicBezTo>
                    <a:pt x="8644" y="100169"/>
                    <a:pt x="8558" y="99301"/>
                    <a:pt x="8725" y="98464"/>
                  </a:cubicBezTo>
                  <a:cubicBezTo>
                    <a:pt x="8892" y="97626"/>
                    <a:pt x="9302" y="96858"/>
                    <a:pt x="9906" y="96254"/>
                  </a:cubicBezTo>
                  <a:cubicBezTo>
                    <a:pt x="10510" y="95650"/>
                    <a:pt x="11279" y="95239"/>
                    <a:pt x="12116" y="95073"/>
                  </a:cubicBezTo>
                  <a:cubicBezTo>
                    <a:pt x="12953" y="94906"/>
                    <a:pt x="13821" y="94992"/>
                    <a:pt x="14609" y="95318"/>
                  </a:cubicBezTo>
                  <a:cubicBezTo>
                    <a:pt x="15398" y="95645"/>
                    <a:pt x="16072" y="96199"/>
                    <a:pt x="16547" y="96908"/>
                  </a:cubicBezTo>
                  <a:cubicBezTo>
                    <a:pt x="17020" y="97618"/>
                    <a:pt x="17274" y="98452"/>
                    <a:pt x="17274" y="99306"/>
                  </a:cubicBezTo>
                  <a:cubicBezTo>
                    <a:pt x="17273" y="100450"/>
                    <a:pt x="16817" y="101547"/>
                    <a:pt x="16008" y="102357"/>
                  </a:cubicBezTo>
                  <a:cubicBezTo>
                    <a:pt x="15199" y="103165"/>
                    <a:pt x="14102" y="103620"/>
                    <a:pt x="12958" y="103621"/>
                  </a:cubicBezTo>
                  <a:lnTo>
                    <a:pt x="12958" y="103621"/>
                  </a:lnTo>
                  <a:close/>
                  <a:moveTo>
                    <a:pt x="43170" y="129518"/>
                  </a:moveTo>
                  <a:cubicBezTo>
                    <a:pt x="42316" y="129518"/>
                    <a:pt x="41481" y="129265"/>
                    <a:pt x="40772" y="128790"/>
                  </a:cubicBezTo>
                  <a:cubicBezTo>
                    <a:pt x="40062" y="128316"/>
                    <a:pt x="39509" y="127643"/>
                    <a:pt x="39182" y="126854"/>
                  </a:cubicBezTo>
                  <a:cubicBezTo>
                    <a:pt x="38855" y="126065"/>
                    <a:pt x="38771" y="125197"/>
                    <a:pt x="38936" y="124360"/>
                  </a:cubicBezTo>
                  <a:cubicBezTo>
                    <a:pt x="39103" y="123523"/>
                    <a:pt x="39514" y="122753"/>
                    <a:pt x="40118" y="122150"/>
                  </a:cubicBezTo>
                  <a:cubicBezTo>
                    <a:pt x="40721" y="121547"/>
                    <a:pt x="41491" y="121135"/>
                    <a:pt x="42328" y="120968"/>
                  </a:cubicBezTo>
                  <a:cubicBezTo>
                    <a:pt x="43165" y="120803"/>
                    <a:pt x="44033" y="120887"/>
                    <a:pt x="44822" y="121214"/>
                  </a:cubicBezTo>
                  <a:cubicBezTo>
                    <a:pt x="45610" y="121541"/>
                    <a:pt x="46284" y="122094"/>
                    <a:pt x="46758" y="122804"/>
                  </a:cubicBezTo>
                  <a:cubicBezTo>
                    <a:pt x="47233" y="123513"/>
                    <a:pt x="47486" y="124348"/>
                    <a:pt x="47486" y="125202"/>
                  </a:cubicBezTo>
                  <a:cubicBezTo>
                    <a:pt x="47485" y="126346"/>
                    <a:pt x="47030" y="127443"/>
                    <a:pt x="46220" y="128252"/>
                  </a:cubicBezTo>
                  <a:cubicBezTo>
                    <a:pt x="45411" y="129062"/>
                    <a:pt x="44314" y="129517"/>
                    <a:pt x="43170" y="129518"/>
                  </a:cubicBezTo>
                  <a:lnTo>
                    <a:pt x="43170" y="129518"/>
                  </a:lnTo>
                  <a:close/>
                  <a:moveTo>
                    <a:pt x="82014" y="146782"/>
                  </a:moveTo>
                  <a:cubicBezTo>
                    <a:pt x="81161" y="146782"/>
                    <a:pt x="80326" y="146529"/>
                    <a:pt x="79616" y="146054"/>
                  </a:cubicBezTo>
                  <a:cubicBezTo>
                    <a:pt x="78906" y="145580"/>
                    <a:pt x="78354" y="144907"/>
                    <a:pt x="78027" y="144118"/>
                  </a:cubicBezTo>
                  <a:cubicBezTo>
                    <a:pt x="77700" y="143329"/>
                    <a:pt x="77614" y="142462"/>
                    <a:pt x="77781" y="141624"/>
                  </a:cubicBezTo>
                  <a:cubicBezTo>
                    <a:pt x="77948" y="140787"/>
                    <a:pt x="78358" y="140017"/>
                    <a:pt x="78962" y="139414"/>
                  </a:cubicBezTo>
                  <a:cubicBezTo>
                    <a:pt x="79566" y="138811"/>
                    <a:pt x="80335" y="138399"/>
                    <a:pt x="81172" y="138232"/>
                  </a:cubicBezTo>
                  <a:cubicBezTo>
                    <a:pt x="82009" y="138067"/>
                    <a:pt x="82877" y="138151"/>
                    <a:pt x="83666" y="138478"/>
                  </a:cubicBezTo>
                  <a:cubicBezTo>
                    <a:pt x="84454" y="138805"/>
                    <a:pt x="85129" y="139358"/>
                    <a:pt x="85603" y="140068"/>
                  </a:cubicBezTo>
                  <a:cubicBezTo>
                    <a:pt x="86076" y="140778"/>
                    <a:pt x="86330" y="141612"/>
                    <a:pt x="86330" y="142466"/>
                  </a:cubicBezTo>
                  <a:cubicBezTo>
                    <a:pt x="86329" y="143610"/>
                    <a:pt x="85874" y="144708"/>
                    <a:pt x="85064" y="145516"/>
                  </a:cubicBezTo>
                  <a:cubicBezTo>
                    <a:pt x="84255" y="146326"/>
                    <a:pt x="83158" y="146781"/>
                    <a:pt x="82014" y="146782"/>
                  </a:cubicBezTo>
                  <a:lnTo>
                    <a:pt x="82014" y="146782"/>
                  </a:lnTo>
                  <a:close/>
                  <a:moveTo>
                    <a:pt x="142438" y="138150"/>
                  </a:moveTo>
                  <a:cubicBezTo>
                    <a:pt x="143292" y="138150"/>
                    <a:pt x="144127" y="138403"/>
                    <a:pt x="144836" y="138877"/>
                  </a:cubicBezTo>
                  <a:cubicBezTo>
                    <a:pt x="145546" y="139352"/>
                    <a:pt x="146099" y="140026"/>
                    <a:pt x="146426" y="140815"/>
                  </a:cubicBezTo>
                  <a:cubicBezTo>
                    <a:pt x="146753" y="141603"/>
                    <a:pt x="146837" y="142471"/>
                    <a:pt x="146672" y="143308"/>
                  </a:cubicBezTo>
                  <a:cubicBezTo>
                    <a:pt x="146505" y="144146"/>
                    <a:pt x="146093" y="144914"/>
                    <a:pt x="145491" y="145518"/>
                  </a:cubicBezTo>
                  <a:cubicBezTo>
                    <a:pt x="144887" y="146121"/>
                    <a:pt x="144117" y="146533"/>
                    <a:pt x="143280" y="146699"/>
                  </a:cubicBezTo>
                  <a:cubicBezTo>
                    <a:pt x="142443" y="146866"/>
                    <a:pt x="141575" y="146780"/>
                    <a:pt x="140786" y="146453"/>
                  </a:cubicBezTo>
                  <a:cubicBezTo>
                    <a:pt x="139997" y="146127"/>
                    <a:pt x="139324" y="145573"/>
                    <a:pt x="138850" y="144864"/>
                  </a:cubicBezTo>
                  <a:cubicBezTo>
                    <a:pt x="138375" y="144154"/>
                    <a:pt x="138122" y="143320"/>
                    <a:pt x="138122" y="142466"/>
                  </a:cubicBezTo>
                  <a:cubicBezTo>
                    <a:pt x="138124" y="141321"/>
                    <a:pt x="138578" y="140225"/>
                    <a:pt x="139388" y="139415"/>
                  </a:cubicBezTo>
                  <a:cubicBezTo>
                    <a:pt x="140197" y="138607"/>
                    <a:pt x="141294" y="138151"/>
                    <a:pt x="142438" y="138150"/>
                  </a:cubicBezTo>
                  <a:lnTo>
                    <a:pt x="142438" y="138150"/>
                  </a:lnTo>
                  <a:close/>
                  <a:moveTo>
                    <a:pt x="146755" y="107938"/>
                  </a:moveTo>
                  <a:cubicBezTo>
                    <a:pt x="146753" y="109082"/>
                    <a:pt x="146297" y="110179"/>
                    <a:pt x="145489" y="110988"/>
                  </a:cubicBezTo>
                  <a:cubicBezTo>
                    <a:pt x="144680" y="111798"/>
                    <a:pt x="143583" y="112253"/>
                    <a:pt x="142438" y="112254"/>
                  </a:cubicBezTo>
                  <a:lnTo>
                    <a:pt x="82014" y="112254"/>
                  </a:lnTo>
                  <a:cubicBezTo>
                    <a:pt x="80870" y="112253"/>
                    <a:pt x="79773" y="111798"/>
                    <a:pt x="78963" y="110988"/>
                  </a:cubicBezTo>
                  <a:cubicBezTo>
                    <a:pt x="78155" y="110179"/>
                    <a:pt x="77699" y="109082"/>
                    <a:pt x="77698" y="107938"/>
                  </a:cubicBezTo>
                  <a:lnTo>
                    <a:pt x="77698" y="47513"/>
                  </a:lnTo>
                  <a:cubicBezTo>
                    <a:pt x="77699" y="46370"/>
                    <a:pt x="78155" y="45272"/>
                    <a:pt x="78963" y="44464"/>
                  </a:cubicBezTo>
                  <a:cubicBezTo>
                    <a:pt x="79773" y="43654"/>
                    <a:pt x="80870" y="43199"/>
                    <a:pt x="82014" y="43198"/>
                  </a:cubicBezTo>
                  <a:lnTo>
                    <a:pt x="142438" y="43198"/>
                  </a:lnTo>
                  <a:cubicBezTo>
                    <a:pt x="143583" y="43199"/>
                    <a:pt x="144680" y="43654"/>
                    <a:pt x="145489" y="44464"/>
                  </a:cubicBezTo>
                  <a:cubicBezTo>
                    <a:pt x="146297" y="45272"/>
                    <a:pt x="146753" y="46370"/>
                    <a:pt x="146755" y="47513"/>
                  </a:cubicBezTo>
                  <a:lnTo>
                    <a:pt x="146755" y="107938"/>
                  </a:lnTo>
                  <a:close/>
                  <a:moveTo>
                    <a:pt x="181283" y="120885"/>
                  </a:moveTo>
                  <a:cubicBezTo>
                    <a:pt x="182136" y="120885"/>
                    <a:pt x="182970" y="121139"/>
                    <a:pt x="183680" y="121613"/>
                  </a:cubicBezTo>
                  <a:cubicBezTo>
                    <a:pt x="184390" y="122088"/>
                    <a:pt x="184943" y="122762"/>
                    <a:pt x="185270" y="123551"/>
                  </a:cubicBezTo>
                  <a:cubicBezTo>
                    <a:pt x="185597" y="124339"/>
                    <a:pt x="185682" y="125207"/>
                    <a:pt x="185516" y="126044"/>
                  </a:cubicBezTo>
                  <a:cubicBezTo>
                    <a:pt x="185349" y="126881"/>
                    <a:pt x="184937" y="127650"/>
                    <a:pt x="184334" y="128254"/>
                  </a:cubicBezTo>
                  <a:cubicBezTo>
                    <a:pt x="183731" y="128857"/>
                    <a:pt x="182962" y="129268"/>
                    <a:pt x="182125" y="129435"/>
                  </a:cubicBezTo>
                  <a:cubicBezTo>
                    <a:pt x="181287" y="129602"/>
                    <a:pt x="180420" y="129516"/>
                    <a:pt x="179631" y="129189"/>
                  </a:cubicBezTo>
                  <a:cubicBezTo>
                    <a:pt x="178842" y="128863"/>
                    <a:pt x="178168" y="128309"/>
                    <a:pt x="177694" y="127600"/>
                  </a:cubicBezTo>
                  <a:cubicBezTo>
                    <a:pt x="177219" y="126890"/>
                    <a:pt x="176966" y="126056"/>
                    <a:pt x="176966" y="125202"/>
                  </a:cubicBezTo>
                  <a:cubicBezTo>
                    <a:pt x="176968" y="124057"/>
                    <a:pt x="177423" y="122961"/>
                    <a:pt x="178232" y="122151"/>
                  </a:cubicBezTo>
                  <a:cubicBezTo>
                    <a:pt x="179041" y="121343"/>
                    <a:pt x="180138" y="120887"/>
                    <a:pt x="181283" y="120885"/>
                  </a:cubicBezTo>
                  <a:lnTo>
                    <a:pt x="181283" y="120885"/>
                  </a:lnTo>
                  <a:close/>
                  <a:moveTo>
                    <a:pt x="211494" y="103621"/>
                  </a:moveTo>
                  <a:cubicBezTo>
                    <a:pt x="210641" y="103621"/>
                    <a:pt x="209806" y="103369"/>
                    <a:pt x="209097" y="102895"/>
                  </a:cubicBezTo>
                  <a:cubicBezTo>
                    <a:pt x="208387" y="102420"/>
                    <a:pt x="207834" y="101746"/>
                    <a:pt x="207507" y="100957"/>
                  </a:cubicBezTo>
                  <a:cubicBezTo>
                    <a:pt x="207180" y="100169"/>
                    <a:pt x="207094" y="99301"/>
                    <a:pt x="207261" y="98464"/>
                  </a:cubicBezTo>
                  <a:cubicBezTo>
                    <a:pt x="207428" y="97626"/>
                    <a:pt x="207839" y="96858"/>
                    <a:pt x="208442" y="96254"/>
                  </a:cubicBezTo>
                  <a:cubicBezTo>
                    <a:pt x="209046" y="95650"/>
                    <a:pt x="209815" y="95239"/>
                    <a:pt x="210652" y="95073"/>
                  </a:cubicBezTo>
                  <a:cubicBezTo>
                    <a:pt x="211489" y="94906"/>
                    <a:pt x="212357" y="94992"/>
                    <a:pt x="213146" y="95318"/>
                  </a:cubicBezTo>
                  <a:cubicBezTo>
                    <a:pt x="213934" y="95645"/>
                    <a:pt x="214609" y="96199"/>
                    <a:pt x="215083" y="96908"/>
                  </a:cubicBezTo>
                  <a:cubicBezTo>
                    <a:pt x="215557" y="97618"/>
                    <a:pt x="215811" y="98452"/>
                    <a:pt x="215811" y="99306"/>
                  </a:cubicBezTo>
                  <a:cubicBezTo>
                    <a:pt x="215809" y="100450"/>
                    <a:pt x="215354" y="101547"/>
                    <a:pt x="214545" y="102357"/>
                  </a:cubicBezTo>
                  <a:cubicBezTo>
                    <a:pt x="213736" y="103165"/>
                    <a:pt x="212639" y="103620"/>
                    <a:pt x="211494" y="103621"/>
                  </a:cubicBezTo>
                  <a:lnTo>
                    <a:pt x="211494" y="10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FA00078-AB65-D805-4AAB-244BBBFA77A6}"/>
              </a:ext>
            </a:extLst>
          </p:cNvPr>
          <p:cNvGrpSpPr/>
          <p:nvPr userDrawn="1"/>
        </p:nvGrpSpPr>
        <p:grpSpPr>
          <a:xfrm>
            <a:off x="3360112" y="5478314"/>
            <a:ext cx="453182" cy="453179"/>
            <a:chOff x="10785520" y="5016607"/>
            <a:chExt cx="303609" cy="303609"/>
          </a:xfrm>
          <a:solidFill>
            <a:srgbClr val="02ACED"/>
          </a:solidFill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3429B14-E0A1-C6C6-12F4-642D65434256}"/>
                </a:ext>
              </a:extLst>
            </p:cNvPr>
            <p:cNvSpPr/>
            <p:nvPr/>
          </p:nvSpPr>
          <p:spPr>
            <a:xfrm>
              <a:off x="10846242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A0AFBC6-0850-A16A-1F5C-73F56E80871A}"/>
                </a:ext>
              </a:extLst>
            </p:cNvPr>
            <p:cNvSpPr/>
            <p:nvPr/>
          </p:nvSpPr>
          <p:spPr>
            <a:xfrm>
              <a:off x="11018287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52E2E07-6305-1C4B-8357-554A8B86661A}"/>
                </a:ext>
              </a:extLst>
            </p:cNvPr>
            <p:cNvSpPr/>
            <p:nvPr/>
          </p:nvSpPr>
          <p:spPr>
            <a:xfrm>
              <a:off x="10861422" y="5198772"/>
              <a:ext cx="171146" cy="45541"/>
            </a:xfrm>
            <a:custGeom>
              <a:avLst/>
              <a:gdLst>
                <a:gd name="connsiteX0" fmla="*/ 161892 w 171146"/>
                <a:gd name="connsiteY0" fmla="*/ 8702 h 45541"/>
                <a:gd name="connsiteX1" fmla="*/ 132009 w 171146"/>
                <a:gd name="connsiteY1" fmla="*/ 0 h 45541"/>
                <a:gd name="connsiteX2" fmla="*/ 79462 w 171146"/>
                <a:gd name="connsiteY2" fmla="*/ 0 h 45541"/>
                <a:gd name="connsiteX3" fmla="*/ 51415 w 171146"/>
                <a:gd name="connsiteY3" fmla="*/ 7582 h 45541"/>
                <a:gd name="connsiteX4" fmla="*/ 2510 w 171146"/>
                <a:gd name="connsiteY4" fmla="*/ 36110 h 45541"/>
                <a:gd name="connsiteX5" fmla="*/ 379 w 171146"/>
                <a:gd name="connsiteY5" fmla="*/ 38560 h 45541"/>
                <a:gd name="connsiteX6" fmla="*/ 176 w 171146"/>
                <a:gd name="connsiteY6" fmla="*/ 41801 h 45541"/>
                <a:gd name="connsiteX7" fmla="*/ 1984 w 171146"/>
                <a:gd name="connsiteY7" fmla="*/ 44499 h 45541"/>
                <a:gd name="connsiteX8" fmla="*/ 5060 w 171146"/>
                <a:gd name="connsiteY8" fmla="*/ 45542 h 45541"/>
                <a:gd name="connsiteX9" fmla="*/ 151165 w 171146"/>
                <a:gd name="connsiteY9" fmla="*/ 45542 h 45541"/>
                <a:gd name="connsiteX10" fmla="*/ 163157 w 171146"/>
                <a:gd name="connsiteY10" fmla="*/ 41542 h 45541"/>
                <a:gd name="connsiteX11" fmla="*/ 170350 w 171146"/>
                <a:gd name="connsiteY11" fmla="*/ 31147 h 45541"/>
                <a:gd name="connsiteX12" fmla="*/ 169864 w 171146"/>
                <a:gd name="connsiteY12" fmla="*/ 18514 h 45541"/>
                <a:gd name="connsiteX13" fmla="*/ 161892 w 171146"/>
                <a:gd name="connsiteY13" fmla="*/ 8702 h 45541"/>
                <a:gd name="connsiteX14" fmla="*/ 161892 w 171146"/>
                <a:gd name="connsiteY14" fmla="*/ 8702 h 45541"/>
                <a:gd name="connsiteX15" fmla="*/ 101203 w 171146"/>
                <a:gd name="connsiteY15" fmla="*/ 35422 h 45541"/>
                <a:gd name="connsiteX16" fmla="*/ 23777 w 171146"/>
                <a:gd name="connsiteY16" fmla="*/ 35422 h 45541"/>
                <a:gd name="connsiteX17" fmla="*/ 56515 w 171146"/>
                <a:gd name="connsiteY17" fmla="*/ 16324 h 45541"/>
                <a:gd name="connsiteX18" fmla="*/ 79462 w 171146"/>
                <a:gd name="connsiteY18" fmla="*/ 10120 h 45541"/>
                <a:gd name="connsiteX19" fmla="*/ 101203 w 171146"/>
                <a:gd name="connsiteY19" fmla="*/ 10120 h 45541"/>
                <a:gd name="connsiteX20" fmla="*/ 101203 w 171146"/>
                <a:gd name="connsiteY20" fmla="*/ 35422 h 45541"/>
                <a:gd name="connsiteX21" fmla="*/ 160633 w 171146"/>
                <a:gd name="connsiteY21" fmla="*/ 28317 h 45541"/>
                <a:gd name="connsiteX22" fmla="*/ 157129 w 171146"/>
                <a:gd name="connsiteY22" fmla="*/ 33508 h 45541"/>
                <a:gd name="connsiteX23" fmla="*/ 151165 w 171146"/>
                <a:gd name="connsiteY23" fmla="*/ 35422 h 45541"/>
                <a:gd name="connsiteX24" fmla="*/ 111323 w 171146"/>
                <a:gd name="connsiteY24" fmla="*/ 35422 h 45541"/>
                <a:gd name="connsiteX25" fmla="*/ 111323 w 171146"/>
                <a:gd name="connsiteY25" fmla="*/ 10120 h 45541"/>
                <a:gd name="connsiteX26" fmla="*/ 132009 w 171146"/>
                <a:gd name="connsiteY26" fmla="*/ 10120 h 45541"/>
                <a:gd name="connsiteX27" fmla="*/ 156460 w 171146"/>
                <a:gd name="connsiteY27" fmla="*/ 17240 h 45541"/>
                <a:gd name="connsiteX28" fmla="*/ 160464 w 171146"/>
                <a:gd name="connsiteY28" fmla="*/ 22056 h 45541"/>
                <a:gd name="connsiteX29" fmla="*/ 160633 w 171146"/>
                <a:gd name="connsiteY29" fmla="*/ 28317 h 45541"/>
                <a:gd name="connsiteX30" fmla="*/ 160633 w 171146"/>
                <a:gd name="connsiteY30" fmla="*/ 28317 h 4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146" h="45541">
                  <a:moveTo>
                    <a:pt x="161892" y="8702"/>
                  </a:moveTo>
                  <a:cubicBezTo>
                    <a:pt x="152963" y="3014"/>
                    <a:pt x="142596" y="-5"/>
                    <a:pt x="132009" y="0"/>
                  </a:cubicBezTo>
                  <a:lnTo>
                    <a:pt x="79462" y="0"/>
                  </a:lnTo>
                  <a:cubicBezTo>
                    <a:pt x="69607" y="3"/>
                    <a:pt x="59930" y="2619"/>
                    <a:pt x="51415" y="7582"/>
                  </a:cubicBezTo>
                  <a:lnTo>
                    <a:pt x="2510" y="36110"/>
                  </a:lnTo>
                  <a:cubicBezTo>
                    <a:pt x="1550" y="36670"/>
                    <a:pt x="800" y="37531"/>
                    <a:pt x="379" y="38560"/>
                  </a:cubicBezTo>
                  <a:cubicBezTo>
                    <a:pt x="-43" y="39590"/>
                    <a:pt x="-115" y="40728"/>
                    <a:pt x="176" y="41801"/>
                  </a:cubicBezTo>
                  <a:cubicBezTo>
                    <a:pt x="465" y="42875"/>
                    <a:pt x="1101" y="43824"/>
                    <a:pt x="1984" y="44499"/>
                  </a:cubicBezTo>
                  <a:cubicBezTo>
                    <a:pt x="2867" y="45175"/>
                    <a:pt x="3948" y="45542"/>
                    <a:pt x="5060" y="45542"/>
                  </a:cubicBezTo>
                  <a:lnTo>
                    <a:pt x="151165" y="45542"/>
                  </a:lnTo>
                  <a:cubicBezTo>
                    <a:pt x="155490" y="45542"/>
                    <a:pt x="159698" y="44138"/>
                    <a:pt x="163157" y="41542"/>
                  </a:cubicBezTo>
                  <a:cubicBezTo>
                    <a:pt x="166616" y="38947"/>
                    <a:pt x="169141" y="35299"/>
                    <a:pt x="170350" y="31147"/>
                  </a:cubicBezTo>
                  <a:cubicBezTo>
                    <a:pt x="171559" y="26994"/>
                    <a:pt x="171388" y="22561"/>
                    <a:pt x="169864" y="18514"/>
                  </a:cubicBezTo>
                  <a:cubicBezTo>
                    <a:pt x="168339" y="14467"/>
                    <a:pt x="165541" y="11024"/>
                    <a:pt x="161892" y="8702"/>
                  </a:cubicBezTo>
                  <a:lnTo>
                    <a:pt x="161892" y="8702"/>
                  </a:lnTo>
                  <a:close/>
                  <a:moveTo>
                    <a:pt x="101203" y="35422"/>
                  </a:moveTo>
                  <a:lnTo>
                    <a:pt x="23777" y="35422"/>
                  </a:lnTo>
                  <a:lnTo>
                    <a:pt x="56515" y="16324"/>
                  </a:lnTo>
                  <a:cubicBezTo>
                    <a:pt x="63481" y="12263"/>
                    <a:pt x="71399" y="10123"/>
                    <a:pt x="79462" y="10120"/>
                  </a:cubicBezTo>
                  <a:lnTo>
                    <a:pt x="101203" y="10120"/>
                  </a:lnTo>
                  <a:lnTo>
                    <a:pt x="101203" y="35422"/>
                  </a:lnTo>
                  <a:close/>
                  <a:moveTo>
                    <a:pt x="160633" y="28317"/>
                  </a:moveTo>
                  <a:cubicBezTo>
                    <a:pt x="160080" y="30391"/>
                    <a:pt x="158846" y="32219"/>
                    <a:pt x="157129" y="33508"/>
                  </a:cubicBezTo>
                  <a:cubicBezTo>
                    <a:pt x="155412" y="34797"/>
                    <a:pt x="153311" y="35470"/>
                    <a:pt x="151165" y="35422"/>
                  </a:cubicBezTo>
                  <a:lnTo>
                    <a:pt x="111323" y="35422"/>
                  </a:lnTo>
                  <a:lnTo>
                    <a:pt x="111323" y="10120"/>
                  </a:lnTo>
                  <a:lnTo>
                    <a:pt x="132009" y="10120"/>
                  </a:lnTo>
                  <a:cubicBezTo>
                    <a:pt x="140671" y="10117"/>
                    <a:pt x="149154" y="12586"/>
                    <a:pt x="156460" y="17240"/>
                  </a:cubicBezTo>
                  <a:cubicBezTo>
                    <a:pt x="158296" y="18351"/>
                    <a:pt x="159707" y="20047"/>
                    <a:pt x="160464" y="22056"/>
                  </a:cubicBezTo>
                  <a:cubicBezTo>
                    <a:pt x="161221" y="24065"/>
                    <a:pt x="161281" y="26270"/>
                    <a:pt x="160633" y="28317"/>
                  </a:cubicBezTo>
                  <a:lnTo>
                    <a:pt x="160633" y="283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981550-1C0A-539C-D4F3-8640D588D569}"/>
                </a:ext>
              </a:extLst>
            </p:cNvPr>
            <p:cNvSpPr/>
            <p:nvPr/>
          </p:nvSpPr>
          <p:spPr>
            <a:xfrm>
              <a:off x="10942384" y="5254434"/>
              <a:ext cx="20240" cy="10121"/>
            </a:xfrm>
            <a:custGeom>
              <a:avLst/>
              <a:gdLst>
                <a:gd name="connsiteX0" fmla="*/ 20241 w 20240"/>
                <a:gd name="connsiteY0" fmla="*/ 0 h 10121"/>
                <a:gd name="connsiteX1" fmla="*/ 0 w 20240"/>
                <a:gd name="connsiteY1" fmla="*/ 0 h 10121"/>
                <a:gd name="connsiteX2" fmla="*/ 0 w 20240"/>
                <a:gd name="connsiteY2" fmla="*/ 10121 h 10121"/>
                <a:gd name="connsiteX3" fmla="*/ 20241 w 20240"/>
                <a:gd name="connsiteY3" fmla="*/ 10121 h 10121"/>
                <a:gd name="connsiteX4" fmla="*/ 20241 w 20240"/>
                <a:gd name="connsiteY4" fmla="*/ 0 h 1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" h="10121">
                  <a:moveTo>
                    <a:pt x="20241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0241" y="10121"/>
                  </a:lnTo>
                  <a:lnTo>
                    <a:pt x="2024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962AFE9-C850-E952-E7C2-25F8EC807A75}"/>
                </a:ext>
              </a:extLst>
            </p:cNvPr>
            <p:cNvSpPr/>
            <p:nvPr/>
          </p:nvSpPr>
          <p:spPr>
            <a:xfrm>
              <a:off x="10785520" y="5178532"/>
              <a:ext cx="303609" cy="141684"/>
            </a:xfrm>
            <a:custGeom>
              <a:avLst/>
              <a:gdLst>
                <a:gd name="connsiteX0" fmla="*/ 291406 w 303609"/>
                <a:gd name="connsiteY0" fmla="*/ 33892 h 141684"/>
                <a:gd name="connsiteX1" fmla="*/ 275100 w 303609"/>
                <a:gd name="connsiteY1" fmla="*/ 30631 h 141684"/>
                <a:gd name="connsiteX2" fmla="*/ 242076 w 303609"/>
                <a:gd name="connsiteY2" fmla="*/ 10817 h 141684"/>
                <a:gd name="connsiteX3" fmla="*/ 203025 w 303609"/>
                <a:gd name="connsiteY3" fmla="*/ 0 h 141684"/>
                <a:gd name="connsiteX4" fmla="*/ 154578 w 303609"/>
                <a:gd name="connsiteY4" fmla="*/ 0 h 141684"/>
                <a:gd name="connsiteX5" fmla="*/ 118427 w 303609"/>
                <a:gd name="connsiteY5" fmla="*/ 9162 h 141684"/>
                <a:gd name="connsiteX6" fmla="*/ 32358 w 303609"/>
                <a:gd name="connsiteY6" fmla="*/ 55783 h 141684"/>
                <a:gd name="connsiteX7" fmla="*/ 14895 w 303609"/>
                <a:gd name="connsiteY7" fmla="*/ 70620 h 141684"/>
                <a:gd name="connsiteX8" fmla="*/ 4869 w 303609"/>
                <a:gd name="connsiteY8" fmla="*/ 91226 h 141684"/>
                <a:gd name="connsiteX9" fmla="*/ 151 w 303609"/>
                <a:gd name="connsiteY9" fmla="*/ 110096 h 141684"/>
                <a:gd name="connsiteX10" fmla="*/ 110 w 303609"/>
                <a:gd name="connsiteY10" fmla="*/ 112373 h 141684"/>
                <a:gd name="connsiteX11" fmla="*/ 1072 w 303609"/>
                <a:gd name="connsiteY11" fmla="*/ 114437 h 141684"/>
                <a:gd name="connsiteX12" fmla="*/ 2841 w 303609"/>
                <a:gd name="connsiteY12" fmla="*/ 115871 h 141684"/>
                <a:gd name="connsiteX13" fmla="*/ 5060 w 303609"/>
                <a:gd name="connsiteY13" fmla="*/ 116383 h 141684"/>
                <a:gd name="connsiteX14" fmla="*/ 35851 w 303609"/>
                <a:gd name="connsiteY14" fmla="*/ 116383 h 141684"/>
                <a:gd name="connsiteX15" fmla="*/ 46186 w 303609"/>
                <a:gd name="connsiteY15" fmla="*/ 134512 h 141684"/>
                <a:gd name="connsiteX16" fmla="*/ 65783 w 303609"/>
                <a:gd name="connsiteY16" fmla="*/ 141684 h 141684"/>
                <a:gd name="connsiteX17" fmla="*/ 85378 w 303609"/>
                <a:gd name="connsiteY17" fmla="*/ 134512 h 141684"/>
                <a:gd name="connsiteX18" fmla="*/ 95713 w 303609"/>
                <a:gd name="connsiteY18" fmla="*/ 116383 h 141684"/>
                <a:gd name="connsiteX19" fmla="*/ 207896 w 303609"/>
                <a:gd name="connsiteY19" fmla="*/ 116383 h 141684"/>
                <a:gd name="connsiteX20" fmla="*/ 218231 w 303609"/>
                <a:gd name="connsiteY20" fmla="*/ 134512 h 141684"/>
                <a:gd name="connsiteX21" fmla="*/ 237828 w 303609"/>
                <a:gd name="connsiteY21" fmla="*/ 141684 h 141684"/>
                <a:gd name="connsiteX22" fmla="*/ 257424 w 303609"/>
                <a:gd name="connsiteY22" fmla="*/ 134512 h 141684"/>
                <a:gd name="connsiteX23" fmla="*/ 267758 w 303609"/>
                <a:gd name="connsiteY23" fmla="*/ 116383 h 141684"/>
                <a:gd name="connsiteX24" fmla="*/ 268189 w 303609"/>
                <a:gd name="connsiteY24" fmla="*/ 116383 h 141684"/>
                <a:gd name="connsiteX25" fmla="*/ 293223 w 303609"/>
                <a:gd name="connsiteY25" fmla="*/ 105997 h 141684"/>
                <a:gd name="connsiteX26" fmla="*/ 303609 w 303609"/>
                <a:gd name="connsiteY26" fmla="*/ 80963 h 141684"/>
                <a:gd name="connsiteX27" fmla="*/ 303609 w 303609"/>
                <a:gd name="connsiteY27" fmla="*/ 48778 h 141684"/>
                <a:gd name="connsiteX28" fmla="*/ 300159 w 303609"/>
                <a:gd name="connsiteY28" fmla="*/ 39161 h 141684"/>
                <a:gd name="connsiteX29" fmla="*/ 291406 w 303609"/>
                <a:gd name="connsiteY29" fmla="*/ 33892 h 141684"/>
                <a:gd name="connsiteX30" fmla="*/ 34075 w 303609"/>
                <a:gd name="connsiteY30" fmla="*/ 66545 h 141684"/>
                <a:gd name="connsiteX31" fmla="*/ 35422 w 303609"/>
                <a:gd name="connsiteY31" fmla="*/ 69974 h 141684"/>
                <a:gd name="connsiteX32" fmla="*/ 35422 w 303609"/>
                <a:gd name="connsiteY32" fmla="*/ 70842 h 141684"/>
                <a:gd name="connsiteX33" fmla="*/ 33938 w 303609"/>
                <a:gd name="connsiteY33" fmla="*/ 74419 h 141684"/>
                <a:gd name="connsiteX34" fmla="*/ 30361 w 303609"/>
                <a:gd name="connsiteY34" fmla="*/ 75902 h 141684"/>
                <a:gd name="connsiteX35" fmla="*/ 23641 w 303609"/>
                <a:gd name="connsiteY35" fmla="*/ 75902 h 141684"/>
                <a:gd name="connsiteX36" fmla="*/ 34075 w 303609"/>
                <a:gd name="connsiteY36" fmla="*/ 66545 h 141684"/>
                <a:gd name="connsiteX37" fmla="*/ 34075 w 303609"/>
                <a:gd name="connsiteY37" fmla="*/ 66545 h 141684"/>
                <a:gd name="connsiteX38" fmla="*/ 65783 w 303609"/>
                <a:gd name="connsiteY38" fmla="*/ 131564 h 141684"/>
                <a:gd name="connsiteX39" fmla="*/ 54537 w 303609"/>
                <a:gd name="connsiteY39" fmla="*/ 128153 h 141684"/>
                <a:gd name="connsiteX40" fmla="*/ 47082 w 303609"/>
                <a:gd name="connsiteY40" fmla="*/ 119069 h 141684"/>
                <a:gd name="connsiteX41" fmla="*/ 45930 w 303609"/>
                <a:gd name="connsiteY41" fmla="*/ 107374 h 141684"/>
                <a:gd name="connsiteX42" fmla="*/ 51470 w 303609"/>
                <a:gd name="connsiteY42" fmla="*/ 97011 h 141684"/>
                <a:gd name="connsiteX43" fmla="*/ 61833 w 303609"/>
                <a:gd name="connsiteY43" fmla="*/ 91471 h 141684"/>
                <a:gd name="connsiteX44" fmla="*/ 73528 w 303609"/>
                <a:gd name="connsiteY44" fmla="*/ 92624 h 141684"/>
                <a:gd name="connsiteX45" fmla="*/ 82611 w 303609"/>
                <a:gd name="connsiteY45" fmla="*/ 100078 h 141684"/>
                <a:gd name="connsiteX46" fmla="*/ 86023 w 303609"/>
                <a:gd name="connsiteY46" fmla="*/ 111323 h 141684"/>
                <a:gd name="connsiteX47" fmla="*/ 80088 w 303609"/>
                <a:gd name="connsiteY47" fmla="*/ 125629 h 141684"/>
                <a:gd name="connsiteX48" fmla="*/ 65783 w 303609"/>
                <a:gd name="connsiteY48" fmla="*/ 131564 h 141684"/>
                <a:gd name="connsiteX49" fmla="*/ 237828 w 303609"/>
                <a:gd name="connsiteY49" fmla="*/ 131564 h 141684"/>
                <a:gd name="connsiteX50" fmla="*/ 226583 w 303609"/>
                <a:gd name="connsiteY50" fmla="*/ 128153 h 141684"/>
                <a:gd name="connsiteX51" fmla="*/ 219127 w 303609"/>
                <a:gd name="connsiteY51" fmla="*/ 119069 h 141684"/>
                <a:gd name="connsiteX52" fmla="*/ 217976 w 303609"/>
                <a:gd name="connsiteY52" fmla="*/ 107374 h 141684"/>
                <a:gd name="connsiteX53" fmla="*/ 223516 w 303609"/>
                <a:gd name="connsiteY53" fmla="*/ 97011 h 141684"/>
                <a:gd name="connsiteX54" fmla="*/ 233879 w 303609"/>
                <a:gd name="connsiteY54" fmla="*/ 91471 h 141684"/>
                <a:gd name="connsiteX55" fmla="*/ 245574 w 303609"/>
                <a:gd name="connsiteY55" fmla="*/ 92624 h 141684"/>
                <a:gd name="connsiteX56" fmla="*/ 254657 w 303609"/>
                <a:gd name="connsiteY56" fmla="*/ 100078 h 141684"/>
                <a:gd name="connsiteX57" fmla="*/ 258068 w 303609"/>
                <a:gd name="connsiteY57" fmla="*/ 111323 h 141684"/>
                <a:gd name="connsiteX58" fmla="*/ 252133 w 303609"/>
                <a:gd name="connsiteY58" fmla="*/ 125629 h 141684"/>
                <a:gd name="connsiteX59" fmla="*/ 237828 w 303609"/>
                <a:gd name="connsiteY59" fmla="*/ 131564 h 141684"/>
                <a:gd name="connsiteX60" fmla="*/ 237828 w 303609"/>
                <a:gd name="connsiteY60" fmla="*/ 131564 h 141684"/>
                <a:gd name="connsiteX61" fmla="*/ 293489 w 303609"/>
                <a:gd name="connsiteY61" fmla="*/ 80963 h 141684"/>
                <a:gd name="connsiteX62" fmla="*/ 286070 w 303609"/>
                <a:gd name="connsiteY62" fmla="*/ 98845 h 141684"/>
                <a:gd name="connsiteX63" fmla="*/ 268189 w 303609"/>
                <a:gd name="connsiteY63" fmla="*/ 106264 h 141684"/>
                <a:gd name="connsiteX64" fmla="*/ 267758 w 303609"/>
                <a:gd name="connsiteY64" fmla="*/ 106264 h 141684"/>
                <a:gd name="connsiteX65" fmla="*/ 257424 w 303609"/>
                <a:gd name="connsiteY65" fmla="*/ 88135 h 141684"/>
                <a:gd name="connsiteX66" fmla="*/ 237828 w 303609"/>
                <a:gd name="connsiteY66" fmla="*/ 80963 h 141684"/>
                <a:gd name="connsiteX67" fmla="*/ 218231 w 303609"/>
                <a:gd name="connsiteY67" fmla="*/ 88135 h 141684"/>
                <a:gd name="connsiteX68" fmla="*/ 207896 w 303609"/>
                <a:gd name="connsiteY68" fmla="*/ 106264 h 141684"/>
                <a:gd name="connsiteX69" fmla="*/ 95713 w 303609"/>
                <a:gd name="connsiteY69" fmla="*/ 106264 h 141684"/>
                <a:gd name="connsiteX70" fmla="*/ 85378 w 303609"/>
                <a:gd name="connsiteY70" fmla="*/ 88135 h 141684"/>
                <a:gd name="connsiteX71" fmla="*/ 65783 w 303609"/>
                <a:gd name="connsiteY71" fmla="*/ 80963 h 141684"/>
                <a:gd name="connsiteX72" fmla="*/ 46186 w 303609"/>
                <a:gd name="connsiteY72" fmla="*/ 88135 h 141684"/>
                <a:gd name="connsiteX73" fmla="*/ 35851 w 303609"/>
                <a:gd name="connsiteY73" fmla="*/ 106264 h 141684"/>
                <a:gd name="connsiteX74" fmla="*/ 11541 w 303609"/>
                <a:gd name="connsiteY74" fmla="*/ 106264 h 141684"/>
                <a:gd name="connsiteX75" fmla="*/ 14687 w 303609"/>
                <a:gd name="connsiteY75" fmla="*/ 93680 h 141684"/>
                <a:gd name="connsiteX76" fmla="*/ 17366 w 303609"/>
                <a:gd name="connsiteY76" fmla="*/ 86023 h 141684"/>
                <a:gd name="connsiteX77" fmla="*/ 30361 w 303609"/>
                <a:gd name="connsiteY77" fmla="*/ 86023 h 141684"/>
                <a:gd name="connsiteX78" fmla="*/ 41090 w 303609"/>
                <a:gd name="connsiteY78" fmla="*/ 81571 h 141684"/>
                <a:gd name="connsiteX79" fmla="*/ 45542 w 303609"/>
                <a:gd name="connsiteY79" fmla="*/ 70842 h 141684"/>
                <a:gd name="connsiteX80" fmla="*/ 45542 w 303609"/>
                <a:gd name="connsiteY80" fmla="*/ 69974 h 141684"/>
                <a:gd name="connsiteX81" fmla="*/ 42985 w 303609"/>
                <a:gd name="connsiteY81" fmla="*/ 61536 h 141684"/>
                <a:gd name="connsiteX82" fmla="*/ 123248 w 303609"/>
                <a:gd name="connsiteY82" fmla="*/ 18060 h 141684"/>
                <a:gd name="connsiteX83" fmla="*/ 154578 w 303609"/>
                <a:gd name="connsiteY83" fmla="*/ 10120 h 141684"/>
                <a:gd name="connsiteX84" fmla="*/ 203025 w 303609"/>
                <a:gd name="connsiteY84" fmla="*/ 10120 h 141684"/>
                <a:gd name="connsiteX85" fmla="*/ 236870 w 303609"/>
                <a:gd name="connsiteY85" fmla="*/ 19495 h 141684"/>
                <a:gd name="connsiteX86" fmla="*/ 270645 w 303609"/>
                <a:gd name="connsiteY86" fmla="*/ 39760 h 141684"/>
                <a:gd name="connsiteX87" fmla="*/ 272256 w 303609"/>
                <a:gd name="connsiteY87" fmla="*/ 40383 h 141684"/>
                <a:gd name="connsiteX88" fmla="*/ 284069 w 303609"/>
                <a:gd name="connsiteY88" fmla="*/ 42745 h 141684"/>
                <a:gd name="connsiteX89" fmla="*/ 277695 w 303609"/>
                <a:gd name="connsiteY89" fmla="*/ 49119 h 141684"/>
                <a:gd name="connsiteX90" fmla="*/ 274396 w 303609"/>
                <a:gd name="connsiteY90" fmla="*/ 54041 h 141684"/>
                <a:gd name="connsiteX91" fmla="*/ 273248 w 303609"/>
                <a:gd name="connsiteY91" fmla="*/ 59854 h 141684"/>
                <a:gd name="connsiteX92" fmla="*/ 273248 w 303609"/>
                <a:gd name="connsiteY92" fmla="*/ 60722 h 141684"/>
                <a:gd name="connsiteX93" fmla="*/ 277699 w 303609"/>
                <a:gd name="connsiteY93" fmla="*/ 71451 h 141684"/>
                <a:gd name="connsiteX94" fmla="*/ 288429 w 303609"/>
                <a:gd name="connsiteY94" fmla="*/ 75902 h 141684"/>
                <a:gd name="connsiteX95" fmla="*/ 293489 w 303609"/>
                <a:gd name="connsiteY95" fmla="*/ 75902 h 141684"/>
                <a:gd name="connsiteX96" fmla="*/ 293489 w 303609"/>
                <a:gd name="connsiteY96" fmla="*/ 80963 h 141684"/>
                <a:gd name="connsiteX97" fmla="*/ 293489 w 303609"/>
                <a:gd name="connsiteY97" fmla="*/ 65783 h 141684"/>
                <a:gd name="connsiteX98" fmla="*/ 288429 w 303609"/>
                <a:gd name="connsiteY98" fmla="*/ 65783 h 141684"/>
                <a:gd name="connsiteX99" fmla="*/ 284853 w 303609"/>
                <a:gd name="connsiteY99" fmla="*/ 64299 h 141684"/>
                <a:gd name="connsiteX100" fmla="*/ 283369 w 303609"/>
                <a:gd name="connsiteY100" fmla="*/ 60722 h 141684"/>
                <a:gd name="connsiteX101" fmla="*/ 283369 w 303609"/>
                <a:gd name="connsiteY101" fmla="*/ 59854 h 141684"/>
                <a:gd name="connsiteX102" fmla="*/ 283752 w 303609"/>
                <a:gd name="connsiteY102" fmla="*/ 57916 h 141684"/>
                <a:gd name="connsiteX103" fmla="*/ 284851 w 303609"/>
                <a:gd name="connsiteY103" fmla="*/ 56276 h 141684"/>
                <a:gd name="connsiteX104" fmla="*/ 293379 w 303609"/>
                <a:gd name="connsiteY104" fmla="*/ 47748 h 141684"/>
                <a:gd name="connsiteX105" fmla="*/ 293489 w 303609"/>
                <a:gd name="connsiteY105" fmla="*/ 48778 h 141684"/>
                <a:gd name="connsiteX106" fmla="*/ 293489 w 303609"/>
                <a:gd name="connsiteY106" fmla="*/ 65783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03609" h="141684">
                  <a:moveTo>
                    <a:pt x="291406" y="33892"/>
                  </a:moveTo>
                  <a:lnTo>
                    <a:pt x="275100" y="30631"/>
                  </a:lnTo>
                  <a:lnTo>
                    <a:pt x="242076" y="10817"/>
                  </a:lnTo>
                  <a:cubicBezTo>
                    <a:pt x="230279" y="3740"/>
                    <a:pt x="216781" y="1"/>
                    <a:pt x="203025" y="0"/>
                  </a:cubicBezTo>
                  <a:lnTo>
                    <a:pt x="154578" y="0"/>
                  </a:lnTo>
                  <a:cubicBezTo>
                    <a:pt x="141955" y="10"/>
                    <a:pt x="129531" y="3158"/>
                    <a:pt x="118427" y="9162"/>
                  </a:cubicBezTo>
                  <a:lnTo>
                    <a:pt x="32358" y="55783"/>
                  </a:lnTo>
                  <a:cubicBezTo>
                    <a:pt x="25573" y="59467"/>
                    <a:pt x="19626" y="64520"/>
                    <a:pt x="14895" y="70620"/>
                  </a:cubicBezTo>
                  <a:cubicBezTo>
                    <a:pt x="10163" y="76721"/>
                    <a:pt x="6749" y="83738"/>
                    <a:pt x="4869" y="91226"/>
                  </a:cubicBezTo>
                  <a:lnTo>
                    <a:pt x="151" y="110096"/>
                  </a:lnTo>
                  <a:cubicBezTo>
                    <a:pt x="-35" y="110842"/>
                    <a:pt x="-49" y="111621"/>
                    <a:pt x="110" y="112373"/>
                  </a:cubicBezTo>
                  <a:cubicBezTo>
                    <a:pt x="270" y="113126"/>
                    <a:pt x="598" y="113831"/>
                    <a:pt x="1072" y="114437"/>
                  </a:cubicBezTo>
                  <a:cubicBezTo>
                    <a:pt x="1545" y="115044"/>
                    <a:pt x="2150" y="115534"/>
                    <a:pt x="2841" y="115871"/>
                  </a:cubicBezTo>
                  <a:cubicBezTo>
                    <a:pt x="3532" y="116208"/>
                    <a:pt x="4291" y="116384"/>
                    <a:pt x="5060" y="116383"/>
                  </a:cubicBezTo>
                  <a:lnTo>
                    <a:pt x="35851" y="116383"/>
                  </a:lnTo>
                  <a:cubicBezTo>
                    <a:pt x="37046" y="123457"/>
                    <a:pt x="40707" y="129880"/>
                    <a:pt x="46186" y="134512"/>
                  </a:cubicBezTo>
                  <a:cubicBezTo>
                    <a:pt x="51666" y="139143"/>
                    <a:pt x="58607" y="141684"/>
                    <a:pt x="65783" y="141684"/>
                  </a:cubicBezTo>
                  <a:cubicBezTo>
                    <a:pt x="72957" y="141684"/>
                    <a:pt x="79899" y="139143"/>
                    <a:pt x="85378" y="134512"/>
                  </a:cubicBezTo>
                  <a:cubicBezTo>
                    <a:pt x="90857" y="129880"/>
                    <a:pt x="94518" y="123457"/>
                    <a:pt x="95713" y="116383"/>
                  </a:cubicBezTo>
                  <a:lnTo>
                    <a:pt x="207896" y="116383"/>
                  </a:lnTo>
                  <a:cubicBezTo>
                    <a:pt x="209091" y="123457"/>
                    <a:pt x="212752" y="129880"/>
                    <a:pt x="218231" y="134512"/>
                  </a:cubicBezTo>
                  <a:cubicBezTo>
                    <a:pt x="223711" y="139143"/>
                    <a:pt x="230653" y="141684"/>
                    <a:pt x="237828" y="141684"/>
                  </a:cubicBezTo>
                  <a:cubicBezTo>
                    <a:pt x="245002" y="141684"/>
                    <a:pt x="251944" y="139143"/>
                    <a:pt x="257424" y="134512"/>
                  </a:cubicBezTo>
                  <a:cubicBezTo>
                    <a:pt x="262902" y="129880"/>
                    <a:pt x="266564" y="123457"/>
                    <a:pt x="267758" y="116383"/>
                  </a:cubicBezTo>
                  <a:lnTo>
                    <a:pt x="268189" y="116383"/>
                  </a:lnTo>
                  <a:cubicBezTo>
                    <a:pt x="277579" y="116373"/>
                    <a:pt x="286582" y="112638"/>
                    <a:pt x="293223" y="105997"/>
                  </a:cubicBezTo>
                  <a:cubicBezTo>
                    <a:pt x="299863" y="99357"/>
                    <a:pt x="303599" y="90353"/>
                    <a:pt x="303609" y="80963"/>
                  </a:cubicBezTo>
                  <a:lnTo>
                    <a:pt x="303609" y="48778"/>
                  </a:lnTo>
                  <a:cubicBezTo>
                    <a:pt x="303602" y="45270"/>
                    <a:pt x="302383" y="41874"/>
                    <a:pt x="300159" y="39161"/>
                  </a:cubicBezTo>
                  <a:cubicBezTo>
                    <a:pt x="297935" y="36448"/>
                    <a:pt x="294844" y="34587"/>
                    <a:pt x="291406" y="33892"/>
                  </a:cubicBezTo>
                  <a:close/>
                  <a:moveTo>
                    <a:pt x="34075" y="66545"/>
                  </a:moveTo>
                  <a:cubicBezTo>
                    <a:pt x="34942" y="67476"/>
                    <a:pt x="35423" y="68702"/>
                    <a:pt x="35422" y="69974"/>
                  </a:cubicBezTo>
                  <a:lnTo>
                    <a:pt x="35422" y="70842"/>
                  </a:lnTo>
                  <a:cubicBezTo>
                    <a:pt x="35420" y="72183"/>
                    <a:pt x="34886" y="73470"/>
                    <a:pt x="33938" y="74419"/>
                  </a:cubicBezTo>
                  <a:cubicBezTo>
                    <a:pt x="32989" y="75368"/>
                    <a:pt x="31703" y="75901"/>
                    <a:pt x="30361" y="75902"/>
                  </a:cubicBezTo>
                  <a:lnTo>
                    <a:pt x="23641" y="75902"/>
                  </a:lnTo>
                  <a:cubicBezTo>
                    <a:pt x="26616" y="72264"/>
                    <a:pt x="30135" y="69108"/>
                    <a:pt x="34075" y="66545"/>
                  </a:cubicBezTo>
                  <a:lnTo>
                    <a:pt x="34075" y="66545"/>
                  </a:lnTo>
                  <a:close/>
                  <a:moveTo>
                    <a:pt x="65783" y="131564"/>
                  </a:moveTo>
                  <a:cubicBezTo>
                    <a:pt x="61779" y="131564"/>
                    <a:pt x="57865" y="130377"/>
                    <a:pt x="54537" y="128153"/>
                  </a:cubicBezTo>
                  <a:cubicBezTo>
                    <a:pt x="51208" y="125929"/>
                    <a:pt x="48615" y="122768"/>
                    <a:pt x="47082" y="119069"/>
                  </a:cubicBezTo>
                  <a:cubicBezTo>
                    <a:pt x="45550" y="115371"/>
                    <a:pt x="45149" y="111301"/>
                    <a:pt x="45930" y="107374"/>
                  </a:cubicBezTo>
                  <a:cubicBezTo>
                    <a:pt x="46712" y="103448"/>
                    <a:pt x="48639" y="99842"/>
                    <a:pt x="51470" y="97011"/>
                  </a:cubicBezTo>
                  <a:cubicBezTo>
                    <a:pt x="54300" y="94180"/>
                    <a:pt x="57907" y="92252"/>
                    <a:pt x="61833" y="91471"/>
                  </a:cubicBezTo>
                  <a:cubicBezTo>
                    <a:pt x="65760" y="90690"/>
                    <a:pt x="69830" y="91091"/>
                    <a:pt x="73528" y="92624"/>
                  </a:cubicBezTo>
                  <a:cubicBezTo>
                    <a:pt x="77227" y="94156"/>
                    <a:pt x="80387" y="96750"/>
                    <a:pt x="82611" y="100078"/>
                  </a:cubicBezTo>
                  <a:cubicBezTo>
                    <a:pt x="84835" y="103407"/>
                    <a:pt x="86023" y="107320"/>
                    <a:pt x="86023" y="111323"/>
                  </a:cubicBezTo>
                  <a:cubicBezTo>
                    <a:pt x="86016" y="116690"/>
                    <a:pt x="83882" y="121834"/>
                    <a:pt x="80088" y="125629"/>
                  </a:cubicBezTo>
                  <a:cubicBezTo>
                    <a:pt x="76293" y="129424"/>
                    <a:pt x="71148" y="131558"/>
                    <a:pt x="65783" y="131564"/>
                  </a:cubicBezTo>
                  <a:close/>
                  <a:moveTo>
                    <a:pt x="237828" y="131564"/>
                  </a:moveTo>
                  <a:cubicBezTo>
                    <a:pt x="233824" y="131564"/>
                    <a:pt x="229911" y="130377"/>
                    <a:pt x="226583" y="128153"/>
                  </a:cubicBezTo>
                  <a:cubicBezTo>
                    <a:pt x="223254" y="125929"/>
                    <a:pt x="220660" y="122768"/>
                    <a:pt x="219127" y="119069"/>
                  </a:cubicBezTo>
                  <a:cubicBezTo>
                    <a:pt x="217596" y="115371"/>
                    <a:pt x="217195" y="111301"/>
                    <a:pt x="217976" y="107374"/>
                  </a:cubicBezTo>
                  <a:cubicBezTo>
                    <a:pt x="218757" y="103448"/>
                    <a:pt x="220685" y="99842"/>
                    <a:pt x="223516" y="97011"/>
                  </a:cubicBezTo>
                  <a:cubicBezTo>
                    <a:pt x="226345" y="94180"/>
                    <a:pt x="229953" y="92252"/>
                    <a:pt x="233879" y="91471"/>
                  </a:cubicBezTo>
                  <a:cubicBezTo>
                    <a:pt x="237805" y="90690"/>
                    <a:pt x="241875" y="91091"/>
                    <a:pt x="245574" y="92624"/>
                  </a:cubicBezTo>
                  <a:cubicBezTo>
                    <a:pt x="249272" y="94156"/>
                    <a:pt x="252433" y="96750"/>
                    <a:pt x="254657" y="100078"/>
                  </a:cubicBezTo>
                  <a:cubicBezTo>
                    <a:pt x="256881" y="103407"/>
                    <a:pt x="258068" y="107320"/>
                    <a:pt x="258068" y="111323"/>
                  </a:cubicBezTo>
                  <a:cubicBezTo>
                    <a:pt x="258062" y="116690"/>
                    <a:pt x="255927" y="121834"/>
                    <a:pt x="252133" y="125629"/>
                  </a:cubicBezTo>
                  <a:cubicBezTo>
                    <a:pt x="248339" y="129424"/>
                    <a:pt x="243194" y="131558"/>
                    <a:pt x="237828" y="131564"/>
                  </a:cubicBezTo>
                  <a:lnTo>
                    <a:pt x="237828" y="131564"/>
                  </a:lnTo>
                  <a:close/>
                  <a:moveTo>
                    <a:pt x="293489" y="80963"/>
                  </a:moveTo>
                  <a:cubicBezTo>
                    <a:pt x="293481" y="87670"/>
                    <a:pt x="290814" y="94101"/>
                    <a:pt x="286070" y="98845"/>
                  </a:cubicBezTo>
                  <a:cubicBezTo>
                    <a:pt x="281328" y="103587"/>
                    <a:pt x="274896" y="106256"/>
                    <a:pt x="268189" y="106264"/>
                  </a:cubicBezTo>
                  <a:lnTo>
                    <a:pt x="267758" y="106264"/>
                  </a:lnTo>
                  <a:cubicBezTo>
                    <a:pt x="266564" y="99190"/>
                    <a:pt x="262902" y="92767"/>
                    <a:pt x="257424" y="88135"/>
                  </a:cubicBezTo>
                  <a:cubicBezTo>
                    <a:pt x="251944" y="83504"/>
                    <a:pt x="245002" y="80963"/>
                    <a:pt x="237828" y="80963"/>
                  </a:cubicBezTo>
                  <a:cubicBezTo>
                    <a:pt x="230653" y="80963"/>
                    <a:pt x="223711" y="83504"/>
                    <a:pt x="218231" y="88135"/>
                  </a:cubicBezTo>
                  <a:cubicBezTo>
                    <a:pt x="212752" y="92767"/>
                    <a:pt x="209091" y="99190"/>
                    <a:pt x="207896" y="106264"/>
                  </a:cubicBezTo>
                  <a:lnTo>
                    <a:pt x="95713" y="106264"/>
                  </a:lnTo>
                  <a:cubicBezTo>
                    <a:pt x="94518" y="99190"/>
                    <a:pt x="90857" y="92767"/>
                    <a:pt x="85378" y="88135"/>
                  </a:cubicBezTo>
                  <a:cubicBezTo>
                    <a:pt x="79899" y="83504"/>
                    <a:pt x="72957" y="80963"/>
                    <a:pt x="65783" y="80963"/>
                  </a:cubicBezTo>
                  <a:cubicBezTo>
                    <a:pt x="58607" y="80963"/>
                    <a:pt x="51666" y="83504"/>
                    <a:pt x="46186" y="88135"/>
                  </a:cubicBezTo>
                  <a:cubicBezTo>
                    <a:pt x="40707" y="92767"/>
                    <a:pt x="37046" y="99190"/>
                    <a:pt x="35851" y="106264"/>
                  </a:cubicBezTo>
                  <a:lnTo>
                    <a:pt x="11541" y="106264"/>
                  </a:lnTo>
                  <a:lnTo>
                    <a:pt x="14687" y="93680"/>
                  </a:lnTo>
                  <a:cubicBezTo>
                    <a:pt x="15350" y="91053"/>
                    <a:pt x="16246" y="88490"/>
                    <a:pt x="17366" y="86023"/>
                  </a:cubicBezTo>
                  <a:lnTo>
                    <a:pt x="30361" y="86023"/>
                  </a:lnTo>
                  <a:cubicBezTo>
                    <a:pt x="34386" y="86018"/>
                    <a:pt x="38245" y="84417"/>
                    <a:pt x="41090" y="81571"/>
                  </a:cubicBezTo>
                  <a:cubicBezTo>
                    <a:pt x="43936" y="78725"/>
                    <a:pt x="45537" y="74867"/>
                    <a:pt x="45542" y="70842"/>
                  </a:cubicBezTo>
                  <a:lnTo>
                    <a:pt x="45542" y="69974"/>
                  </a:lnTo>
                  <a:cubicBezTo>
                    <a:pt x="45549" y="66969"/>
                    <a:pt x="44659" y="64031"/>
                    <a:pt x="42985" y="61536"/>
                  </a:cubicBezTo>
                  <a:lnTo>
                    <a:pt x="123248" y="18060"/>
                  </a:lnTo>
                  <a:cubicBezTo>
                    <a:pt x="132872" y="12858"/>
                    <a:pt x="143638" y="10129"/>
                    <a:pt x="154578" y="10120"/>
                  </a:cubicBezTo>
                  <a:lnTo>
                    <a:pt x="203025" y="10120"/>
                  </a:lnTo>
                  <a:cubicBezTo>
                    <a:pt x="214948" y="10121"/>
                    <a:pt x="226645" y="13362"/>
                    <a:pt x="236870" y="19495"/>
                  </a:cubicBezTo>
                  <a:lnTo>
                    <a:pt x="270645" y="39760"/>
                  </a:lnTo>
                  <a:cubicBezTo>
                    <a:pt x="271142" y="40058"/>
                    <a:pt x="271687" y="40269"/>
                    <a:pt x="272256" y="40383"/>
                  </a:cubicBezTo>
                  <a:lnTo>
                    <a:pt x="284069" y="42745"/>
                  </a:lnTo>
                  <a:lnTo>
                    <a:pt x="277695" y="49119"/>
                  </a:lnTo>
                  <a:cubicBezTo>
                    <a:pt x="276281" y="50525"/>
                    <a:pt x="275160" y="52199"/>
                    <a:pt x="274396" y="54041"/>
                  </a:cubicBezTo>
                  <a:cubicBezTo>
                    <a:pt x="273633" y="55884"/>
                    <a:pt x="273243" y="57860"/>
                    <a:pt x="273248" y="59854"/>
                  </a:cubicBezTo>
                  <a:lnTo>
                    <a:pt x="273248" y="60722"/>
                  </a:lnTo>
                  <a:cubicBezTo>
                    <a:pt x="273253" y="64746"/>
                    <a:pt x="274853" y="68605"/>
                    <a:pt x="277699" y="71451"/>
                  </a:cubicBezTo>
                  <a:cubicBezTo>
                    <a:pt x="280546" y="74297"/>
                    <a:pt x="284404" y="75898"/>
                    <a:pt x="288429" y="75902"/>
                  </a:cubicBezTo>
                  <a:lnTo>
                    <a:pt x="293489" y="75902"/>
                  </a:lnTo>
                  <a:lnTo>
                    <a:pt x="293489" y="80963"/>
                  </a:lnTo>
                  <a:close/>
                  <a:moveTo>
                    <a:pt x="293489" y="65783"/>
                  </a:moveTo>
                  <a:lnTo>
                    <a:pt x="288429" y="65783"/>
                  </a:lnTo>
                  <a:cubicBezTo>
                    <a:pt x="287087" y="65781"/>
                    <a:pt x="285801" y="65247"/>
                    <a:pt x="284853" y="64299"/>
                  </a:cubicBezTo>
                  <a:cubicBezTo>
                    <a:pt x="283904" y="63350"/>
                    <a:pt x="283371" y="62063"/>
                    <a:pt x="283369" y="60722"/>
                  </a:cubicBezTo>
                  <a:lnTo>
                    <a:pt x="283369" y="59854"/>
                  </a:lnTo>
                  <a:cubicBezTo>
                    <a:pt x="283367" y="59189"/>
                    <a:pt x="283497" y="58530"/>
                    <a:pt x="283752" y="57916"/>
                  </a:cubicBezTo>
                  <a:cubicBezTo>
                    <a:pt x="284006" y="57301"/>
                    <a:pt x="284379" y="56744"/>
                    <a:pt x="284851" y="56276"/>
                  </a:cubicBezTo>
                  <a:lnTo>
                    <a:pt x="293379" y="47748"/>
                  </a:lnTo>
                  <a:cubicBezTo>
                    <a:pt x="293451" y="48087"/>
                    <a:pt x="293488" y="48432"/>
                    <a:pt x="293489" y="48778"/>
                  </a:cubicBezTo>
                  <a:lnTo>
                    <a:pt x="293489" y="657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03BB56D-471F-9172-3971-5A1AEB17EA6E}"/>
                </a:ext>
              </a:extLst>
            </p:cNvPr>
            <p:cNvSpPr/>
            <p:nvPr/>
          </p:nvSpPr>
          <p:spPr>
            <a:xfrm>
              <a:off x="10922144" y="5016607"/>
              <a:ext cx="30361" cy="151806"/>
            </a:xfrm>
            <a:custGeom>
              <a:avLst/>
              <a:gdLst>
                <a:gd name="connsiteX0" fmla="*/ 10121 w 30361"/>
                <a:gd name="connsiteY0" fmla="*/ 29493 h 151806"/>
                <a:gd name="connsiteX1" fmla="*/ 10121 w 30361"/>
                <a:gd name="connsiteY1" fmla="*/ 151807 h 151806"/>
                <a:gd name="connsiteX2" fmla="*/ 20241 w 30361"/>
                <a:gd name="connsiteY2" fmla="*/ 151807 h 151806"/>
                <a:gd name="connsiteX3" fmla="*/ 20241 w 30361"/>
                <a:gd name="connsiteY3" fmla="*/ 29493 h 151806"/>
                <a:gd name="connsiteX4" fmla="*/ 28275 w 30361"/>
                <a:gd name="connsiteY4" fmla="*/ 22862 h 151806"/>
                <a:gd name="connsiteX5" fmla="*/ 30142 w 30361"/>
                <a:gd name="connsiteY5" fmla="*/ 12613 h 151806"/>
                <a:gd name="connsiteX6" fmla="*/ 24966 w 30361"/>
                <a:gd name="connsiteY6" fmla="*/ 3574 h 151806"/>
                <a:gd name="connsiteX7" fmla="*/ 15181 w 30361"/>
                <a:gd name="connsiteY7" fmla="*/ 0 h 151806"/>
                <a:gd name="connsiteX8" fmla="*/ 5396 w 30361"/>
                <a:gd name="connsiteY8" fmla="*/ 3574 h 151806"/>
                <a:gd name="connsiteX9" fmla="*/ 219 w 30361"/>
                <a:gd name="connsiteY9" fmla="*/ 12613 h 151806"/>
                <a:gd name="connsiteX10" fmla="*/ 2087 w 30361"/>
                <a:gd name="connsiteY10" fmla="*/ 22862 h 151806"/>
                <a:gd name="connsiteX11" fmla="*/ 10121 w 30361"/>
                <a:gd name="connsiteY11" fmla="*/ 29493 h 151806"/>
                <a:gd name="connsiteX12" fmla="*/ 10121 w 30361"/>
                <a:gd name="connsiteY12" fmla="*/ 29493 h 151806"/>
                <a:gd name="connsiteX13" fmla="*/ 15181 w 30361"/>
                <a:gd name="connsiteY13" fmla="*/ 10122 h 151806"/>
                <a:gd name="connsiteX14" fmla="*/ 17991 w 30361"/>
                <a:gd name="connsiteY14" fmla="*/ 10976 h 151806"/>
                <a:gd name="connsiteX15" fmla="*/ 19855 w 30361"/>
                <a:gd name="connsiteY15" fmla="*/ 13246 h 151806"/>
                <a:gd name="connsiteX16" fmla="*/ 20143 w 30361"/>
                <a:gd name="connsiteY16" fmla="*/ 16170 h 151806"/>
                <a:gd name="connsiteX17" fmla="*/ 18759 w 30361"/>
                <a:gd name="connsiteY17" fmla="*/ 18760 h 151806"/>
                <a:gd name="connsiteX18" fmla="*/ 16167 w 30361"/>
                <a:gd name="connsiteY18" fmla="*/ 20145 h 151806"/>
                <a:gd name="connsiteX19" fmla="*/ 13244 w 30361"/>
                <a:gd name="connsiteY19" fmla="*/ 19858 h 151806"/>
                <a:gd name="connsiteX20" fmla="*/ 10973 w 30361"/>
                <a:gd name="connsiteY20" fmla="*/ 17994 h 151806"/>
                <a:gd name="connsiteX21" fmla="*/ 10121 w 30361"/>
                <a:gd name="connsiteY21" fmla="*/ 15183 h 151806"/>
                <a:gd name="connsiteX22" fmla="*/ 11604 w 30361"/>
                <a:gd name="connsiteY22" fmla="*/ 11606 h 151806"/>
                <a:gd name="connsiteX23" fmla="*/ 15181 w 30361"/>
                <a:gd name="connsiteY23" fmla="*/ 10122 h 151806"/>
                <a:gd name="connsiteX24" fmla="*/ 15181 w 30361"/>
                <a:gd name="connsiteY24" fmla="*/ 10122 h 15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361" h="151806">
                  <a:moveTo>
                    <a:pt x="10121" y="29493"/>
                  </a:moveTo>
                  <a:lnTo>
                    <a:pt x="10121" y="151807"/>
                  </a:lnTo>
                  <a:lnTo>
                    <a:pt x="20241" y="151807"/>
                  </a:lnTo>
                  <a:lnTo>
                    <a:pt x="20241" y="29493"/>
                  </a:lnTo>
                  <a:cubicBezTo>
                    <a:pt x="23617" y="28299"/>
                    <a:pt x="26463" y="25950"/>
                    <a:pt x="28275" y="22862"/>
                  </a:cubicBezTo>
                  <a:cubicBezTo>
                    <a:pt x="30086" y="19773"/>
                    <a:pt x="30748" y="16143"/>
                    <a:pt x="30142" y="12613"/>
                  </a:cubicBezTo>
                  <a:cubicBezTo>
                    <a:pt x="29537" y="9084"/>
                    <a:pt x="27703" y="5882"/>
                    <a:pt x="24966" y="3574"/>
                  </a:cubicBezTo>
                  <a:cubicBezTo>
                    <a:pt x="22227" y="1266"/>
                    <a:pt x="18762" y="0"/>
                    <a:pt x="15181" y="0"/>
                  </a:cubicBezTo>
                  <a:cubicBezTo>
                    <a:pt x="11599" y="0"/>
                    <a:pt x="8134" y="1266"/>
                    <a:pt x="5396" y="3574"/>
                  </a:cubicBezTo>
                  <a:cubicBezTo>
                    <a:pt x="2658" y="5882"/>
                    <a:pt x="825" y="9084"/>
                    <a:pt x="219" y="12613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0"/>
                    <a:pt x="6744" y="28299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2"/>
                  </a:moveTo>
                  <a:cubicBezTo>
                    <a:pt x="16182" y="10122"/>
                    <a:pt x="17160" y="10419"/>
                    <a:pt x="17991" y="10976"/>
                  </a:cubicBezTo>
                  <a:cubicBezTo>
                    <a:pt x="18824" y="11531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0"/>
                  </a:cubicBezTo>
                  <a:cubicBezTo>
                    <a:pt x="19948" y="17152"/>
                    <a:pt x="19467" y="18053"/>
                    <a:pt x="18759" y="18760"/>
                  </a:cubicBezTo>
                  <a:cubicBezTo>
                    <a:pt x="18051" y="19468"/>
                    <a:pt x="17149" y="19950"/>
                    <a:pt x="16167" y="20145"/>
                  </a:cubicBezTo>
                  <a:cubicBezTo>
                    <a:pt x="15186" y="20341"/>
                    <a:pt x="14169" y="20241"/>
                    <a:pt x="13244" y="19858"/>
                  </a:cubicBezTo>
                  <a:cubicBezTo>
                    <a:pt x="12319" y="19475"/>
                    <a:pt x="11530" y="18826"/>
                    <a:pt x="10973" y="17994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1"/>
                    <a:pt x="10655" y="12555"/>
                    <a:pt x="11604" y="11606"/>
                  </a:cubicBezTo>
                  <a:cubicBezTo>
                    <a:pt x="12553" y="10658"/>
                    <a:pt x="13839" y="10124"/>
                    <a:pt x="15181" y="10122"/>
                  </a:cubicBezTo>
                  <a:lnTo>
                    <a:pt x="15181" y="101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84749B4-8886-766A-5EE9-2C7432582344}"/>
                </a:ext>
              </a:extLst>
            </p:cNvPr>
            <p:cNvSpPr/>
            <p:nvPr/>
          </p:nvSpPr>
          <p:spPr>
            <a:xfrm>
              <a:off x="10881663" y="5031787"/>
              <a:ext cx="35421" cy="141687"/>
            </a:xfrm>
            <a:custGeom>
              <a:avLst/>
              <a:gdLst>
                <a:gd name="connsiteX0" fmla="*/ 10121 w 35421"/>
                <a:gd name="connsiteY0" fmla="*/ 29493 h 141687"/>
                <a:gd name="connsiteX1" fmla="*/ 10121 w 35421"/>
                <a:gd name="connsiteY1" fmla="*/ 86025 h 141687"/>
                <a:gd name="connsiteX2" fmla="*/ 10506 w 35421"/>
                <a:gd name="connsiteY2" fmla="*/ 87961 h 141687"/>
                <a:gd name="connsiteX3" fmla="*/ 11603 w 35421"/>
                <a:gd name="connsiteY3" fmla="*/ 89604 h 141687"/>
                <a:gd name="connsiteX4" fmla="*/ 25301 w 35421"/>
                <a:gd name="connsiteY4" fmla="*/ 103302 h 141687"/>
                <a:gd name="connsiteX5" fmla="*/ 25301 w 35421"/>
                <a:gd name="connsiteY5" fmla="*/ 141687 h 141687"/>
                <a:gd name="connsiteX6" fmla="*/ 35421 w 35421"/>
                <a:gd name="connsiteY6" fmla="*/ 141687 h 141687"/>
                <a:gd name="connsiteX7" fmla="*/ 35421 w 35421"/>
                <a:gd name="connsiteY7" fmla="*/ 101206 h 141687"/>
                <a:gd name="connsiteX8" fmla="*/ 35036 w 35421"/>
                <a:gd name="connsiteY8" fmla="*/ 99270 h 141687"/>
                <a:gd name="connsiteX9" fmla="*/ 33939 w 35421"/>
                <a:gd name="connsiteY9" fmla="*/ 97627 h 141687"/>
                <a:gd name="connsiteX10" fmla="*/ 20241 w 35421"/>
                <a:gd name="connsiteY10" fmla="*/ 83930 h 141687"/>
                <a:gd name="connsiteX11" fmla="*/ 20241 w 35421"/>
                <a:gd name="connsiteY11" fmla="*/ 29493 h 141687"/>
                <a:gd name="connsiteX12" fmla="*/ 28275 w 35421"/>
                <a:gd name="connsiteY12" fmla="*/ 22862 h 141687"/>
                <a:gd name="connsiteX13" fmla="*/ 30142 w 35421"/>
                <a:gd name="connsiteY13" fmla="*/ 12614 h 141687"/>
                <a:gd name="connsiteX14" fmla="*/ 24966 w 35421"/>
                <a:gd name="connsiteY14" fmla="*/ 3575 h 141687"/>
                <a:gd name="connsiteX15" fmla="*/ 15181 w 35421"/>
                <a:gd name="connsiteY15" fmla="*/ 0 h 141687"/>
                <a:gd name="connsiteX16" fmla="*/ 5396 w 35421"/>
                <a:gd name="connsiteY16" fmla="*/ 3575 h 141687"/>
                <a:gd name="connsiteX17" fmla="*/ 219 w 35421"/>
                <a:gd name="connsiteY17" fmla="*/ 12614 h 141687"/>
                <a:gd name="connsiteX18" fmla="*/ 2087 w 35421"/>
                <a:gd name="connsiteY18" fmla="*/ 22862 h 141687"/>
                <a:gd name="connsiteX19" fmla="*/ 10121 w 35421"/>
                <a:gd name="connsiteY19" fmla="*/ 29493 h 141687"/>
                <a:gd name="connsiteX20" fmla="*/ 10121 w 35421"/>
                <a:gd name="connsiteY20" fmla="*/ 29493 h 141687"/>
                <a:gd name="connsiteX21" fmla="*/ 15181 w 35421"/>
                <a:gd name="connsiteY21" fmla="*/ 10123 h 141687"/>
                <a:gd name="connsiteX22" fmla="*/ 17991 w 35421"/>
                <a:gd name="connsiteY22" fmla="*/ 10976 h 141687"/>
                <a:gd name="connsiteX23" fmla="*/ 19855 w 35421"/>
                <a:gd name="connsiteY23" fmla="*/ 13246 h 141687"/>
                <a:gd name="connsiteX24" fmla="*/ 20143 w 35421"/>
                <a:gd name="connsiteY24" fmla="*/ 16171 h 141687"/>
                <a:gd name="connsiteX25" fmla="*/ 18759 w 35421"/>
                <a:gd name="connsiteY25" fmla="*/ 18761 h 141687"/>
                <a:gd name="connsiteX26" fmla="*/ 16167 w 35421"/>
                <a:gd name="connsiteY26" fmla="*/ 20146 h 141687"/>
                <a:gd name="connsiteX27" fmla="*/ 13244 w 35421"/>
                <a:gd name="connsiteY27" fmla="*/ 19858 h 141687"/>
                <a:gd name="connsiteX28" fmla="*/ 10973 w 35421"/>
                <a:gd name="connsiteY28" fmla="*/ 17995 h 141687"/>
                <a:gd name="connsiteX29" fmla="*/ 10121 w 35421"/>
                <a:gd name="connsiteY29" fmla="*/ 15183 h 141687"/>
                <a:gd name="connsiteX30" fmla="*/ 11604 w 35421"/>
                <a:gd name="connsiteY30" fmla="*/ 11607 h 141687"/>
                <a:gd name="connsiteX31" fmla="*/ 15181 w 35421"/>
                <a:gd name="connsiteY31" fmla="*/ 10123 h 141687"/>
                <a:gd name="connsiteX32" fmla="*/ 15181 w 35421"/>
                <a:gd name="connsiteY32" fmla="*/ 10123 h 1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421" h="141687">
                  <a:moveTo>
                    <a:pt x="10121" y="29493"/>
                  </a:moveTo>
                  <a:lnTo>
                    <a:pt x="10121" y="86025"/>
                  </a:lnTo>
                  <a:cubicBezTo>
                    <a:pt x="10121" y="86690"/>
                    <a:pt x="10251" y="87348"/>
                    <a:pt x="10506" y="87961"/>
                  </a:cubicBezTo>
                  <a:cubicBezTo>
                    <a:pt x="10760" y="88576"/>
                    <a:pt x="11132" y="89133"/>
                    <a:pt x="11603" y="89604"/>
                  </a:cubicBezTo>
                  <a:lnTo>
                    <a:pt x="25301" y="103302"/>
                  </a:lnTo>
                  <a:lnTo>
                    <a:pt x="25301" y="141687"/>
                  </a:lnTo>
                  <a:lnTo>
                    <a:pt x="35421" y="141687"/>
                  </a:lnTo>
                  <a:lnTo>
                    <a:pt x="35421" y="101206"/>
                  </a:lnTo>
                  <a:cubicBezTo>
                    <a:pt x="35421" y="100541"/>
                    <a:pt x="35291" y="99883"/>
                    <a:pt x="35036" y="99270"/>
                  </a:cubicBezTo>
                  <a:cubicBezTo>
                    <a:pt x="34782" y="98655"/>
                    <a:pt x="34409" y="98098"/>
                    <a:pt x="33939" y="97627"/>
                  </a:cubicBezTo>
                  <a:lnTo>
                    <a:pt x="20241" y="83930"/>
                  </a:lnTo>
                  <a:lnTo>
                    <a:pt x="20241" y="29493"/>
                  </a:lnTo>
                  <a:cubicBezTo>
                    <a:pt x="23617" y="28300"/>
                    <a:pt x="26463" y="25951"/>
                    <a:pt x="28275" y="22862"/>
                  </a:cubicBezTo>
                  <a:cubicBezTo>
                    <a:pt x="30086" y="19773"/>
                    <a:pt x="30748" y="16143"/>
                    <a:pt x="30142" y="12614"/>
                  </a:cubicBezTo>
                  <a:cubicBezTo>
                    <a:pt x="29537" y="9084"/>
                    <a:pt x="27703" y="5883"/>
                    <a:pt x="24966" y="3575"/>
                  </a:cubicBezTo>
                  <a:cubicBezTo>
                    <a:pt x="22227" y="1267"/>
                    <a:pt x="18762" y="0"/>
                    <a:pt x="15181" y="0"/>
                  </a:cubicBezTo>
                  <a:cubicBezTo>
                    <a:pt x="11599" y="0"/>
                    <a:pt x="8134" y="1267"/>
                    <a:pt x="5396" y="3575"/>
                  </a:cubicBezTo>
                  <a:cubicBezTo>
                    <a:pt x="2658" y="5883"/>
                    <a:pt x="825" y="9084"/>
                    <a:pt x="219" y="12614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1"/>
                    <a:pt x="6744" y="28300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3"/>
                  </a:moveTo>
                  <a:cubicBezTo>
                    <a:pt x="16182" y="10123"/>
                    <a:pt x="17160" y="10419"/>
                    <a:pt x="17991" y="10976"/>
                  </a:cubicBezTo>
                  <a:cubicBezTo>
                    <a:pt x="18824" y="11532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1"/>
                  </a:cubicBezTo>
                  <a:cubicBezTo>
                    <a:pt x="19948" y="17152"/>
                    <a:pt x="19467" y="18054"/>
                    <a:pt x="18759" y="18761"/>
                  </a:cubicBezTo>
                  <a:cubicBezTo>
                    <a:pt x="18051" y="19469"/>
                    <a:pt x="17149" y="19951"/>
                    <a:pt x="16167" y="20146"/>
                  </a:cubicBezTo>
                  <a:cubicBezTo>
                    <a:pt x="15186" y="20342"/>
                    <a:pt x="14169" y="20242"/>
                    <a:pt x="13244" y="19858"/>
                  </a:cubicBezTo>
                  <a:cubicBezTo>
                    <a:pt x="12319" y="19475"/>
                    <a:pt x="11530" y="18826"/>
                    <a:pt x="10973" y="17995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2"/>
                    <a:pt x="10655" y="12556"/>
                    <a:pt x="11604" y="11607"/>
                  </a:cubicBezTo>
                  <a:cubicBezTo>
                    <a:pt x="12553" y="10658"/>
                    <a:pt x="13839" y="10124"/>
                    <a:pt x="15181" y="10123"/>
                  </a:cubicBezTo>
                  <a:lnTo>
                    <a:pt x="1518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6A6373E-7998-67FF-0059-C8F46BD15AD1}"/>
                </a:ext>
              </a:extLst>
            </p:cNvPr>
            <p:cNvSpPr/>
            <p:nvPr/>
          </p:nvSpPr>
          <p:spPr>
            <a:xfrm>
              <a:off x="10815881" y="5046977"/>
              <a:ext cx="65782" cy="141682"/>
            </a:xfrm>
            <a:custGeom>
              <a:avLst/>
              <a:gdLst>
                <a:gd name="connsiteX0" fmla="*/ 15181 w 65782"/>
                <a:gd name="connsiteY0" fmla="*/ 30359 h 141682"/>
                <a:gd name="connsiteX1" fmla="*/ 21722 w 65782"/>
                <a:gd name="connsiteY1" fmla="*/ 28876 h 141682"/>
                <a:gd name="connsiteX2" fmla="*/ 55662 w 65782"/>
                <a:gd name="connsiteY2" fmla="*/ 62816 h 141682"/>
                <a:gd name="connsiteX3" fmla="*/ 55662 w 65782"/>
                <a:gd name="connsiteY3" fmla="*/ 141682 h 141682"/>
                <a:gd name="connsiteX4" fmla="*/ 65783 w 65782"/>
                <a:gd name="connsiteY4" fmla="*/ 141682 h 141682"/>
                <a:gd name="connsiteX5" fmla="*/ 65783 w 65782"/>
                <a:gd name="connsiteY5" fmla="*/ 60720 h 141682"/>
                <a:gd name="connsiteX6" fmla="*/ 65397 w 65782"/>
                <a:gd name="connsiteY6" fmla="*/ 58783 h 141682"/>
                <a:gd name="connsiteX7" fmla="*/ 64299 w 65782"/>
                <a:gd name="connsiteY7" fmla="*/ 57142 h 141682"/>
                <a:gd name="connsiteX8" fmla="*/ 28878 w 65782"/>
                <a:gd name="connsiteY8" fmla="*/ 21719 h 141682"/>
                <a:gd name="connsiteX9" fmla="*/ 30058 w 65782"/>
                <a:gd name="connsiteY9" fmla="*/ 12173 h 141682"/>
                <a:gd name="connsiteX10" fmla="*/ 25265 w 65782"/>
                <a:gd name="connsiteY10" fmla="*/ 3835 h 141682"/>
                <a:gd name="connsiteX11" fmla="*/ 16422 w 65782"/>
                <a:gd name="connsiteY11" fmla="*/ 51 h 141682"/>
                <a:gd name="connsiteX12" fmla="*/ 7081 w 65782"/>
                <a:gd name="connsiteY12" fmla="*/ 2341 h 141682"/>
                <a:gd name="connsiteX13" fmla="*/ 991 w 65782"/>
                <a:gd name="connsiteY13" fmla="*/ 9785 h 141682"/>
                <a:gd name="connsiteX14" fmla="*/ 597 w 65782"/>
                <a:gd name="connsiteY14" fmla="*/ 19395 h 141682"/>
                <a:gd name="connsiteX15" fmla="*/ 6058 w 65782"/>
                <a:gd name="connsiteY15" fmla="*/ 27313 h 141682"/>
                <a:gd name="connsiteX16" fmla="*/ 15181 w 65782"/>
                <a:gd name="connsiteY16" fmla="*/ 30359 h 141682"/>
                <a:gd name="connsiteX17" fmla="*/ 15181 w 65782"/>
                <a:gd name="connsiteY17" fmla="*/ 10118 h 141682"/>
                <a:gd name="connsiteX18" fmla="*/ 17992 w 65782"/>
                <a:gd name="connsiteY18" fmla="*/ 10970 h 141682"/>
                <a:gd name="connsiteX19" fmla="*/ 19856 w 65782"/>
                <a:gd name="connsiteY19" fmla="*/ 13242 h 141682"/>
                <a:gd name="connsiteX20" fmla="*/ 20143 w 65782"/>
                <a:gd name="connsiteY20" fmla="*/ 16165 h 141682"/>
                <a:gd name="connsiteX21" fmla="*/ 18759 w 65782"/>
                <a:gd name="connsiteY21" fmla="*/ 18756 h 141682"/>
                <a:gd name="connsiteX22" fmla="*/ 16168 w 65782"/>
                <a:gd name="connsiteY22" fmla="*/ 20141 h 141682"/>
                <a:gd name="connsiteX23" fmla="*/ 13245 w 65782"/>
                <a:gd name="connsiteY23" fmla="*/ 19853 h 141682"/>
                <a:gd name="connsiteX24" fmla="*/ 10973 w 65782"/>
                <a:gd name="connsiteY24" fmla="*/ 17989 h 141682"/>
                <a:gd name="connsiteX25" fmla="*/ 10120 w 65782"/>
                <a:gd name="connsiteY25" fmla="*/ 15179 h 141682"/>
                <a:gd name="connsiteX26" fmla="*/ 11604 w 65782"/>
                <a:gd name="connsiteY26" fmla="*/ 11602 h 141682"/>
                <a:gd name="connsiteX27" fmla="*/ 15181 w 65782"/>
                <a:gd name="connsiteY27" fmla="*/ 10118 h 141682"/>
                <a:gd name="connsiteX28" fmla="*/ 15181 w 65782"/>
                <a:gd name="connsiteY28" fmla="*/ 10118 h 14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82" h="141682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55662" y="62816"/>
                  </a:lnTo>
                  <a:lnTo>
                    <a:pt x="55662" y="141682"/>
                  </a:lnTo>
                  <a:lnTo>
                    <a:pt x="65783" y="141682"/>
                  </a:lnTo>
                  <a:lnTo>
                    <a:pt x="65783" y="60720"/>
                  </a:lnTo>
                  <a:cubicBezTo>
                    <a:pt x="65783" y="60055"/>
                    <a:pt x="65651" y="59397"/>
                    <a:pt x="65397" y="58783"/>
                  </a:cubicBezTo>
                  <a:cubicBezTo>
                    <a:pt x="65142" y="58170"/>
                    <a:pt x="64770" y="57612"/>
                    <a:pt x="64299" y="5714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CE2C849-F613-0DC3-7EDF-4D24679AB6DF}"/>
                </a:ext>
              </a:extLst>
            </p:cNvPr>
            <p:cNvSpPr/>
            <p:nvPr/>
          </p:nvSpPr>
          <p:spPr>
            <a:xfrm>
              <a:off x="10795640" y="5097578"/>
              <a:ext cx="55662" cy="111321"/>
            </a:xfrm>
            <a:custGeom>
              <a:avLst/>
              <a:gdLst>
                <a:gd name="connsiteX0" fmla="*/ 15181 w 55662"/>
                <a:gd name="connsiteY0" fmla="*/ 30359 h 111321"/>
                <a:gd name="connsiteX1" fmla="*/ 21722 w 55662"/>
                <a:gd name="connsiteY1" fmla="*/ 28876 h 111321"/>
                <a:gd name="connsiteX2" fmla="*/ 45542 w 55662"/>
                <a:gd name="connsiteY2" fmla="*/ 52695 h 111321"/>
                <a:gd name="connsiteX3" fmla="*/ 45542 w 55662"/>
                <a:gd name="connsiteY3" fmla="*/ 111321 h 111321"/>
                <a:gd name="connsiteX4" fmla="*/ 55662 w 55662"/>
                <a:gd name="connsiteY4" fmla="*/ 111321 h 111321"/>
                <a:gd name="connsiteX5" fmla="*/ 55662 w 55662"/>
                <a:gd name="connsiteY5" fmla="*/ 50599 h 111321"/>
                <a:gd name="connsiteX6" fmla="*/ 55276 w 55662"/>
                <a:gd name="connsiteY6" fmla="*/ 48663 h 111321"/>
                <a:gd name="connsiteX7" fmla="*/ 54179 w 55662"/>
                <a:gd name="connsiteY7" fmla="*/ 47022 h 111321"/>
                <a:gd name="connsiteX8" fmla="*/ 28878 w 55662"/>
                <a:gd name="connsiteY8" fmla="*/ 21719 h 111321"/>
                <a:gd name="connsiteX9" fmla="*/ 30058 w 55662"/>
                <a:gd name="connsiteY9" fmla="*/ 12173 h 111321"/>
                <a:gd name="connsiteX10" fmla="*/ 25265 w 55662"/>
                <a:gd name="connsiteY10" fmla="*/ 3835 h 111321"/>
                <a:gd name="connsiteX11" fmla="*/ 16422 w 55662"/>
                <a:gd name="connsiteY11" fmla="*/ 51 h 111321"/>
                <a:gd name="connsiteX12" fmla="*/ 7081 w 55662"/>
                <a:gd name="connsiteY12" fmla="*/ 2341 h 111321"/>
                <a:gd name="connsiteX13" fmla="*/ 991 w 55662"/>
                <a:gd name="connsiteY13" fmla="*/ 9785 h 111321"/>
                <a:gd name="connsiteX14" fmla="*/ 597 w 55662"/>
                <a:gd name="connsiteY14" fmla="*/ 19395 h 111321"/>
                <a:gd name="connsiteX15" fmla="*/ 6058 w 55662"/>
                <a:gd name="connsiteY15" fmla="*/ 27313 h 111321"/>
                <a:gd name="connsiteX16" fmla="*/ 15181 w 55662"/>
                <a:gd name="connsiteY16" fmla="*/ 30359 h 111321"/>
                <a:gd name="connsiteX17" fmla="*/ 15181 w 55662"/>
                <a:gd name="connsiteY17" fmla="*/ 30359 h 111321"/>
                <a:gd name="connsiteX18" fmla="*/ 15181 w 55662"/>
                <a:gd name="connsiteY18" fmla="*/ 10118 h 111321"/>
                <a:gd name="connsiteX19" fmla="*/ 17992 w 55662"/>
                <a:gd name="connsiteY19" fmla="*/ 10970 h 111321"/>
                <a:gd name="connsiteX20" fmla="*/ 19856 w 55662"/>
                <a:gd name="connsiteY20" fmla="*/ 13242 h 111321"/>
                <a:gd name="connsiteX21" fmla="*/ 20143 w 55662"/>
                <a:gd name="connsiteY21" fmla="*/ 16165 h 111321"/>
                <a:gd name="connsiteX22" fmla="*/ 18759 w 55662"/>
                <a:gd name="connsiteY22" fmla="*/ 18756 h 111321"/>
                <a:gd name="connsiteX23" fmla="*/ 16168 w 55662"/>
                <a:gd name="connsiteY23" fmla="*/ 20141 h 111321"/>
                <a:gd name="connsiteX24" fmla="*/ 13245 w 55662"/>
                <a:gd name="connsiteY24" fmla="*/ 19853 h 111321"/>
                <a:gd name="connsiteX25" fmla="*/ 10973 w 55662"/>
                <a:gd name="connsiteY25" fmla="*/ 17989 h 111321"/>
                <a:gd name="connsiteX26" fmla="*/ 10120 w 55662"/>
                <a:gd name="connsiteY26" fmla="*/ 15179 h 111321"/>
                <a:gd name="connsiteX27" fmla="*/ 11604 w 55662"/>
                <a:gd name="connsiteY27" fmla="*/ 11602 h 111321"/>
                <a:gd name="connsiteX28" fmla="*/ 15181 w 55662"/>
                <a:gd name="connsiteY28" fmla="*/ 10118 h 111321"/>
                <a:gd name="connsiteX29" fmla="*/ 15181 w 55662"/>
                <a:gd name="connsiteY29" fmla="*/ 10118 h 1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662" h="111321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45542" y="52695"/>
                  </a:lnTo>
                  <a:lnTo>
                    <a:pt x="45542" y="111321"/>
                  </a:lnTo>
                  <a:lnTo>
                    <a:pt x="55662" y="111321"/>
                  </a:lnTo>
                  <a:lnTo>
                    <a:pt x="55662" y="50599"/>
                  </a:lnTo>
                  <a:cubicBezTo>
                    <a:pt x="55662" y="49934"/>
                    <a:pt x="55531" y="49277"/>
                    <a:pt x="55276" y="48663"/>
                  </a:cubicBezTo>
                  <a:cubicBezTo>
                    <a:pt x="55022" y="48049"/>
                    <a:pt x="54650" y="47491"/>
                    <a:pt x="54179" y="4702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lnTo>
                    <a:pt x="15181" y="30359"/>
                  </a:ln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A280279-7D13-8FF0-D5BC-01A0948AD93F}"/>
                </a:ext>
              </a:extLst>
            </p:cNvPr>
            <p:cNvSpPr/>
            <p:nvPr/>
          </p:nvSpPr>
          <p:spPr>
            <a:xfrm>
              <a:off x="10785520" y="5166672"/>
              <a:ext cx="49119" cy="50863"/>
            </a:xfrm>
            <a:custGeom>
              <a:avLst/>
              <a:gdLst>
                <a:gd name="connsiteX0" fmla="*/ 15181 w 49119"/>
                <a:gd name="connsiteY0" fmla="*/ 30351 h 50863"/>
                <a:gd name="connsiteX1" fmla="*/ 20490 w 49119"/>
                <a:gd name="connsiteY1" fmla="*/ 29391 h 50863"/>
                <a:gd name="connsiteX2" fmla="*/ 41963 w 49119"/>
                <a:gd name="connsiteY2" fmla="*/ 50864 h 50863"/>
                <a:gd name="connsiteX3" fmla="*/ 49119 w 49119"/>
                <a:gd name="connsiteY3" fmla="*/ 43708 h 50863"/>
                <a:gd name="connsiteX4" fmla="*/ 28265 w 49119"/>
                <a:gd name="connsiteY4" fmla="*/ 22854 h 50863"/>
                <a:gd name="connsiteX5" fmla="*/ 30232 w 49119"/>
                <a:gd name="connsiteY5" fmla="*/ 13285 h 50863"/>
                <a:gd name="connsiteX6" fmla="*/ 25960 w 49119"/>
                <a:gd name="connsiteY6" fmla="*/ 4500 h 50863"/>
                <a:gd name="connsiteX7" fmla="*/ 17219 w 49119"/>
                <a:gd name="connsiteY7" fmla="*/ 138 h 50863"/>
                <a:gd name="connsiteX8" fmla="*/ 7631 w 49119"/>
                <a:gd name="connsiteY8" fmla="*/ 2008 h 50863"/>
                <a:gd name="connsiteX9" fmla="*/ 1169 w 49119"/>
                <a:gd name="connsiteY9" fmla="*/ 9335 h 50863"/>
                <a:gd name="connsiteX10" fmla="*/ 511 w 49119"/>
                <a:gd name="connsiteY10" fmla="*/ 19082 h 50863"/>
                <a:gd name="connsiteX11" fmla="*/ 5930 w 49119"/>
                <a:gd name="connsiteY11" fmla="*/ 27209 h 50863"/>
                <a:gd name="connsiteX12" fmla="*/ 15181 w 49119"/>
                <a:gd name="connsiteY12" fmla="*/ 30351 h 50863"/>
                <a:gd name="connsiteX13" fmla="*/ 15181 w 49119"/>
                <a:gd name="connsiteY13" fmla="*/ 30351 h 50863"/>
                <a:gd name="connsiteX14" fmla="*/ 15181 w 49119"/>
                <a:gd name="connsiteY14" fmla="*/ 10110 h 50863"/>
                <a:gd name="connsiteX15" fmla="*/ 17992 w 49119"/>
                <a:gd name="connsiteY15" fmla="*/ 10963 h 50863"/>
                <a:gd name="connsiteX16" fmla="*/ 19856 w 49119"/>
                <a:gd name="connsiteY16" fmla="*/ 13234 h 50863"/>
                <a:gd name="connsiteX17" fmla="*/ 20143 w 49119"/>
                <a:gd name="connsiteY17" fmla="*/ 16157 h 50863"/>
                <a:gd name="connsiteX18" fmla="*/ 18759 w 49119"/>
                <a:gd name="connsiteY18" fmla="*/ 18748 h 50863"/>
                <a:gd name="connsiteX19" fmla="*/ 16168 w 49119"/>
                <a:gd name="connsiteY19" fmla="*/ 20133 h 50863"/>
                <a:gd name="connsiteX20" fmla="*/ 13245 w 49119"/>
                <a:gd name="connsiteY20" fmla="*/ 19846 h 50863"/>
                <a:gd name="connsiteX21" fmla="*/ 10973 w 49119"/>
                <a:gd name="connsiteY21" fmla="*/ 17981 h 50863"/>
                <a:gd name="connsiteX22" fmla="*/ 10120 w 49119"/>
                <a:gd name="connsiteY22" fmla="*/ 15171 h 50863"/>
                <a:gd name="connsiteX23" fmla="*/ 11604 w 49119"/>
                <a:gd name="connsiteY23" fmla="*/ 11594 h 50863"/>
                <a:gd name="connsiteX24" fmla="*/ 15181 w 49119"/>
                <a:gd name="connsiteY24" fmla="*/ 10110 h 50863"/>
                <a:gd name="connsiteX25" fmla="*/ 15181 w 49119"/>
                <a:gd name="connsiteY25" fmla="*/ 10110 h 5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119" h="50863">
                  <a:moveTo>
                    <a:pt x="15181" y="30351"/>
                  </a:moveTo>
                  <a:cubicBezTo>
                    <a:pt x="16994" y="30353"/>
                    <a:pt x="18793" y="30027"/>
                    <a:pt x="20490" y="29391"/>
                  </a:cubicBezTo>
                  <a:lnTo>
                    <a:pt x="41963" y="50864"/>
                  </a:lnTo>
                  <a:lnTo>
                    <a:pt x="49119" y="43708"/>
                  </a:lnTo>
                  <a:lnTo>
                    <a:pt x="28265" y="22854"/>
                  </a:lnTo>
                  <a:cubicBezTo>
                    <a:pt x="29958" y="19968"/>
                    <a:pt x="30650" y="16604"/>
                    <a:pt x="30232" y="13285"/>
                  </a:cubicBezTo>
                  <a:cubicBezTo>
                    <a:pt x="29816" y="9965"/>
                    <a:pt x="28314" y="6877"/>
                    <a:pt x="25960" y="4500"/>
                  </a:cubicBezTo>
                  <a:cubicBezTo>
                    <a:pt x="23607" y="2122"/>
                    <a:pt x="20534" y="589"/>
                    <a:pt x="17219" y="138"/>
                  </a:cubicBezTo>
                  <a:cubicBezTo>
                    <a:pt x="13905" y="-312"/>
                    <a:pt x="10534" y="345"/>
                    <a:pt x="7631" y="2008"/>
                  </a:cubicBezTo>
                  <a:cubicBezTo>
                    <a:pt x="4728" y="3671"/>
                    <a:pt x="2457" y="6248"/>
                    <a:pt x="1169" y="9335"/>
                  </a:cubicBezTo>
                  <a:cubicBezTo>
                    <a:pt x="-118" y="12423"/>
                    <a:pt x="-350" y="15849"/>
                    <a:pt x="511" y="19082"/>
                  </a:cubicBezTo>
                  <a:cubicBezTo>
                    <a:pt x="1372" y="22314"/>
                    <a:pt x="3277" y="25172"/>
                    <a:pt x="5930" y="27209"/>
                  </a:cubicBezTo>
                  <a:cubicBezTo>
                    <a:pt x="8583" y="29248"/>
                    <a:pt x="11835" y="30353"/>
                    <a:pt x="15181" y="30351"/>
                  </a:cubicBezTo>
                  <a:lnTo>
                    <a:pt x="15181" y="30351"/>
                  </a:lnTo>
                  <a:close/>
                  <a:moveTo>
                    <a:pt x="15181" y="10110"/>
                  </a:moveTo>
                  <a:cubicBezTo>
                    <a:pt x="16181" y="10110"/>
                    <a:pt x="17159" y="10407"/>
                    <a:pt x="17992" y="10963"/>
                  </a:cubicBezTo>
                  <a:cubicBezTo>
                    <a:pt x="18824" y="11519"/>
                    <a:pt x="19473" y="12309"/>
                    <a:pt x="19856" y="13234"/>
                  </a:cubicBezTo>
                  <a:cubicBezTo>
                    <a:pt x="20239" y="14159"/>
                    <a:pt x="20339" y="15176"/>
                    <a:pt x="20143" y="16157"/>
                  </a:cubicBezTo>
                  <a:cubicBezTo>
                    <a:pt x="19948" y="17139"/>
                    <a:pt x="19466" y="18041"/>
                    <a:pt x="18759" y="18748"/>
                  </a:cubicBezTo>
                  <a:cubicBezTo>
                    <a:pt x="18051" y="19456"/>
                    <a:pt x="17149" y="19938"/>
                    <a:pt x="16168" y="20133"/>
                  </a:cubicBezTo>
                  <a:cubicBezTo>
                    <a:pt x="15186" y="20328"/>
                    <a:pt x="14168" y="20228"/>
                    <a:pt x="13245" y="19846"/>
                  </a:cubicBezTo>
                  <a:cubicBezTo>
                    <a:pt x="12320" y="19463"/>
                    <a:pt x="11529" y="18814"/>
                    <a:pt x="10973" y="17981"/>
                  </a:cubicBezTo>
                  <a:cubicBezTo>
                    <a:pt x="10417" y="17150"/>
                    <a:pt x="10120" y="16172"/>
                    <a:pt x="10120" y="15171"/>
                  </a:cubicBezTo>
                  <a:cubicBezTo>
                    <a:pt x="10122" y="13829"/>
                    <a:pt x="10656" y="12543"/>
                    <a:pt x="11604" y="11594"/>
                  </a:cubicBezTo>
                  <a:cubicBezTo>
                    <a:pt x="12553" y="10645"/>
                    <a:pt x="13839" y="10112"/>
                    <a:pt x="15181" y="10110"/>
                  </a:cubicBezTo>
                  <a:lnTo>
                    <a:pt x="15181" y="101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1D734BB-0BAA-0E9A-BA80-02B9250E03CF}"/>
                </a:ext>
              </a:extLst>
            </p:cNvPr>
            <p:cNvSpPr/>
            <p:nvPr/>
          </p:nvSpPr>
          <p:spPr>
            <a:xfrm>
              <a:off x="10957565" y="5031787"/>
              <a:ext cx="35421" cy="136626"/>
            </a:xfrm>
            <a:custGeom>
              <a:avLst/>
              <a:gdLst>
                <a:gd name="connsiteX0" fmla="*/ 10120 w 35421"/>
                <a:gd name="connsiteY0" fmla="*/ 103302 h 136626"/>
                <a:gd name="connsiteX1" fmla="*/ 23818 w 35421"/>
                <a:gd name="connsiteY1" fmla="*/ 89604 h 136626"/>
                <a:gd name="connsiteX2" fmla="*/ 24916 w 35421"/>
                <a:gd name="connsiteY2" fmla="*/ 87961 h 136626"/>
                <a:gd name="connsiteX3" fmla="*/ 25300 w 35421"/>
                <a:gd name="connsiteY3" fmla="*/ 86025 h 136626"/>
                <a:gd name="connsiteX4" fmla="*/ 25300 w 35421"/>
                <a:gd name="connsiteY4" fmla="*/ 29493 h 136626"/>
                <a:gd name="connsiteX5" fmla="*/ 33335 w 35421"/>
                <a:gd name="connsiteY5" fmla="*/ 22862 h 136626"/>
                <a:gd name="connsiteX6" fmla="*/ 35203 w 35421"/>
                <a:gd name="connsiteY6" fmla="*/ 12614 h 136626"/>
                <a:gd name="connsiteX7" fmla="*/ 30026 w 35421"/>
                <a:gd name="connsiteY7" fmla="*/ 3575 h 136626"/>
                <a:gd name="connsiteX8" fmla="*/ 20241 w 35421"/>
                <a:gd name="connsiteY8" fmla="*/ 0 h 136626"/>
                <a:gd name="connsiteX9" fmla="*/ 10456 w 35421"/>
                <a:gd name="connsiteY9" fmla="*/ 3575 h 136626"/>
                <a:gd name="connsiteX10" fmla="*/ 5279 w 35421"/>
                <a:gd name="connsiteY10" fmla="*/ 12614 h 136626"/>
                <a:gd name="connsiteX11" fmla="*/ 7147 w 35421"/>
                <a:gd name="connsiteY11" fmla="*/ 22862 h 136626"/>
                <a:gd name="connsiteX12" fmla="*/ 15181 w 35421"/>
                <a:gd name="connsiteY12" fmla="*/ 29493 h 136626"/>
                <a:gd name="connsiteX13" fmla="*/ 15181 w 35421"/>
                <a:gd name="connsiteY13" fmla="*/ 83930 h 136626"/>
                <a:gd name="connsiteX14" fmla="*/ 1482 w 35421"/>
                <a:gd name="connsiteY14" fmla="*/ 97627 h 136626"/>
                <a:gd name="connsiteX15" fmla="*/ 385 w 35421"/>
                <a:gd name="connsiteY15" fmla="*/ 99270 h 136626"/>
                <a:gd name="connsiteX16" fmla="*/ 0 w 35421"/>
                <a:gd name="connsiteY16" fmla="*/ 101206 h 136626"/>
                <a:gd name="connsiteX17" fmla="*/ 0 w 35421"/>
                <a:gd name="connsiteY17" fmla="*/ 136627 h 136626"/>
                <a:gd name="connsiteX18" fmla="*/ 10120 w 35421"/>
                <a:gd name="connsiteY18" fmla="*/ 136627 h 136626"/>
                <a:gd name="connsiteX19" fmla="*/ 10120 w 35421"/>
                <a:gd name="connsiteY19" fmla="*/ 103302 h 136626"/>
                <a:gd name="connsiteX20" fmla="*/ 20241 w 35421"/>
                <a:gd name="connsiteY20" fmla="*/ 10123 h 136626"/>
                <a:gd name="connsiteX21" fmla="*/ 23051 w 35421"/>
                <a:gd name="connsiteY21" fmla="*/ 10976 h 136626"/>
                <a:gd name="connsiteX22" fmla="*/ 24916 w 35421"/>
                <a:gd name="connsiteY22" fmla="*/ 13246 h 136626"/>
                <a:gd name="connsiteX23" fmla="*/ 25203 w 35421"/>
                <a:gd name="connsiteY23" fmla="*/ 16171 h 136626"/>
                <a:gd name="connsiteX24" fmla="*/ 23819 w 35421"/>
                <a:gd name="connsiteY24" fmla="*/ 18761 h 136626"/>
                <a:gd name="connsiteX25" fmla="*/ 21227 w 35421"/>
                <a:gd name="connsiteY25" fmla="*/ 20146 h 136626"/>
                <a:gd name="connsiteX26" fmla="*/ 18304 w 35421"/>
                <a:gd name="connsiteY26" fmla="*/ 19858 h 136626"/>
                <a:gd name="connsiteX27" fmla="*/ 16033 w 35421"/>
                <a:gd name="connsiteY27" fmla="*/ 17995 h 136626"/>
                <a:gd name="connsiteX28" fmla="*/ 15181 w 35421"/>
                <a:gd name="connsiteY28" fmla="*/ 15183 h 136626"/>
                <a:gd name="connsiteX29" fmla="*/ 16664 w 35421"/>
                <a:gd name="connsiteY29" fmla="*/ 11607 h 136626"/>
                <a:gd name="connsiteX30" fmla="*/ 20241 w 35421"/>
                <a:gd name="connsiteY30" fmla="*/ 10123 h 136626"/>
                <a:gd name="connsiteX31" fmla="*/ 20241 w 35421"/>
                <a:gd name="connsiteY31" fmla="*/ 10123 h 13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421" h="136626">
                  <a:moveTo>
                    <a:pt x="10120" y="103302"/>
                  </a:moveTo>
                  <a:lnTo>
                    <a:pt x="23818" y="89604"/>
                  </a:lnTo>
                  <a:cubicBezTo>
                    <a:pt x="24289" y="89134"/>
                    <a:pt x="24661" y="88576"/>
                    <a:pt x="24916" y="87961"/>
                  </a:cubicBezTo>
                  <a:cubicBezTo>
                    <a:pt x="25170" y="87348"/>
                    <a:pt x="25301" y="86690"/>
                    <a:pt x="25300" y="86025"/>
                  </a:cubicBezTo>
                  <a:lnTo>
                    <a:pt x="25300" y="29493"/>
                  </a:lnTo>
                  <a:cubicBezTo>
                    <a:pt x="28677" y="28300"/>
                    <a:pt x="31523" y="25951"/>
                    <a:pt x="33335" y="22862"/>
                  </a:cubicBezTo>
                  <a:cubicBezTo>
                    <a:pt x="35146" y="19773"/>
                    <a:pt x="35808" y="16143"/>
                    <a:pt x="35203" y="12614"/>
                  </a:cubicBezTo>
                  <a:cubicBezTo>
                    <a:pt x="34597" y="9084"/>
                    <a:pt x="32763" y="5883"/>
                    <a:pt x="30026" y="3575"/>
                  </a:cubicBezTo>
                  <a:cubicBezTo>
                    <a:pt x="27287" y="1267"/>
                    <a:pt x="23822" y="0"/>
                    <a:pt x="20241" y="0"/>
                  </a:cubicBezTo>
                  <a:cubicBezTo>
                    <a:pt x="16659" y="0"/>
                    <a:pt x="13194" y="1267"/>
                    <a:pt x="10456" y="3575"/>
                  </a:cubicBezTo>
                  <a:cubicBezTo>
                    <a:pt x="7718" y="5883"/>
                    <a:pt x="5885" y="9084"/>
                    <a:pt x="5279" y="12614"/>
                  </a:cubicBezTo>
                  <a:cubicBezTo>
                    <a:pt x="4673" y="16143"/>
                    <a:pt x="5335" y="19773"/>
                    <a:pt x="7147" y="22862"/>
                  </a:cubicBezTo>
                  <a:cubicBezTo>
                    <a:pt x="8958" y="25951"/>
                    <a:pt x="11804" y="28300"/>
                    <a:pt x="15181" y="29493"/>
                  </a:cubicBezTo>
                  <a:lnTo>
                    <a:pt x="15181" y="83930"/>
                  </a:lnTo>
                  <a:lnTo>
                    <a:pt x="1482" y="97627"/>
                  </a:lnTo>
                  <a:cubicBezTo>
                    <a:pt x="1013" y="98098"/>
                    <a:pt x="639" y="98655"/>
                    <a:pt x="385" y="99270"/>
                  </a:cubicBezTo>
                  <a:cubicBezTo>
                    <a:pt x="130" y="99883"/>
                    <a:pt x="0" y="100541"/>
                    <a:pt x="0" y="101206"/>
                  </a:cubicBezTo>
                  <a:lnTo>
                    <a:pt x="0" y="136627"/>
                  </a:lnTo>
                  <a:lnTo>
                    <a:pt x="10120" y="136627"/>
                  </a:lnTo>
                  <a:lnTo>
                    <a:pt x="10120" y="103302"/>
                  </a:lnTo>
                  <a:close/>
                  <a:moveTo>
                    <a:pt x="20241" y="10123"/>
                  </a:moveTo>
                  <a:cubicBezTo>
                    <a:pt x="21242" y="10123"/>
                    <a:pt x="22220" y="10419"/>
                    <a:pt x="23051" y="10976"/>
                  </a:cubicBezTo>
                  <a:cubicBezTo>
                    <a:pt x="23884" y="11532"/>
                    <a:pt x="24533" y="12322"/>
                    <a:pt x="24916" y="13246"/>
                  </a:cubicBezTo>
                  <a:cubicBezTo>
                    <a:pt x="25298" y="14171"/>
                    <a:pt x="25398" y="15189"/>
                    <a:pt x="25203" y="16171"/>
                  </a:cubicBezTo>
                  <a:cubicBezTo>
                    <a:pt x="25008" y="17152"/>
                    <a:pt x="24526" y="18054"/>
                    <a:pt x="23819" y="18761"/>
                  </a:cubicBezTo>
                  <a:cubicBezTo>
                    <a:pt x="23111" y="19469"/>
                    <a:pt x="22209" y="19951"/>
                    <a:pt x="21227" y="20146"/>
                  </a:cubicBezTo>
                  <a:cubicBezTo>
                    <a:pt x="20246" y="20342"/>
                    <a:pt x="19229" y="20242"/>
                    <a:pt x="18304" y="19858"/>
                  </a:cubicBezTo>
                  <a:cubicBezTo>
                    <a:pt x="17379" y="19475"/>
                    <a:pt x="16590" y="18826"/>
                    <a:pt x="16033" y="17995"/>
                  </a:cubicBezTo>
                  <a:cubicBezTo>
                    <a:pt x="15477" y="17162"/>
                    <a:pt x="15181" y="16184"/>
                    <a:pt x="15181" y="15183"/>
                  </a:cubicBezTo>
                  <a:cubicBezTo>
                    <a:pt x="15182" y="13842"/>
                    <a:pt x="15715" y="12556"/>
                    <a:pt x="16664" y="11607"/>
                  </a:cubicBezTo>
                  <a:cubicBezTo>
                    <a:pt x="17613" y="10658"/>
                    <a:pt x="18900" y="10124"/>
                    <a:pt x="20241" y="10123"/>
                  </a:cubicBezTo>
                  <a:lnTo>
                    <a:pt x="2024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4F89BB9-0B30-8383-74E8-594C7D5F42C9}"/>
                </a:ext>
              </a:extLst>
            </p:cNvPr>
            <p:cNvSpPr/>
            <p:nvPr/>
          </p:nvSpPr>
          <p:spPr>
            <a:xfrm>
              <a:off x="10992987" y="5046959"/>
              <a:ext cx="65792" cy="121454"/>
            </a:xfrm>
            <a:custGeom>
              <a:avLst/>
              <a:gdLst>
                <a:gd name="connsiteX0" fmla="*/ 0 w 65792"/>
                <a:gd name="connsiteY0" fmla="*/ 60733 h 121454"/>
                <a:gd name="connsiteX1" fmla="*/ 0 w 65792"/>
                <a:gd name="connsiteY1" fmla="*/ 121455 h 121454"/>
                <a:gd name="connsiteX2" fmla="*/ 10119 w 65792"/>
                <a:gd name="connsiteY2" fmla="*/ 121455 h 121454"/>
                <a:gd name="connsiteX3" fmla="*/ 10119 w 65792"/>
                <a:gd name="connsiteY3" fmla="*/ 62829 h 121454"/>
                <a:gd name="connsiteX4" fmla="*/ 44060 w 65792"/>
                <a:gd name="connsiteY4" fmla="*/ 28889 h 121454"/>
                <a:gd name="connsiteX5" fmla="*/ 54434 w 65792"/>
                <a:gd name="connsiteY5" fmla="*/ 29882 h 121454"/>
                <a:gd name="connsiteX6" fmla="*/ 63006 w 65792"/>
                <a:gd name="connsiteY6" fmla="*/ 23955 h 121454"/>
                <a:gd name="connsiteX7" fmla="*/ 65738 w 65792"/>
                <a:gd name="connsiteY7" fmla="*/ 13897 h 121454"/>
                <a:gd name="connsiteX8" fmla="*/ 61345 w 65792"/>
                <a:gd name="connsiteY8" fmla="*/ 4448 h 121454"/>
                <a:gd name="connsiteX9" fmla="*/ 51895 w 65792"/>
                <a:gd name="connsiteY9" fmla="*/ 55 h 121454"/>
                <a:gd name="connsiteX10" fmla="*/ 41839 w 65792"/>
                <a:gd name="connsiteY10" fmla="*/ 2787 h 121454"/>
                <a:gd name="connsiteX11" fmla="*/ 35911 w 65792"/>
                <a:gd name="connsiteY11" fmla="*/ 11359 h 121454"/>
                <a:gd name="connsiteX12" fmla="*/ 36905 w 65792"/>
                <a:gd name="connsiteY12" fmla="*/ 21733 h 121454"/>
                <a:gd name="connsiteX13" fmla="*/ 1482 w 65792"/>
                <a:gd name="connsiteY13" fmla="*/ 57155 h 121454"/>
                <a:gd name="connsiteX14" fmla="*/ 385 w 65792"/>
                <a:gd name="connsiteY14" fmla="*/ 58796 h 121454"/>
                <a:gd name="connsiteX15" fmla="*/ 0 w 65792"/>
                <a:gd name="connsiteY15" fmla="*/ 60733 h 121454"/>
                <a:gd name="connsiteX16" fmla="*/ 0 w 65792"/>
                <a:gd name="connsiteY16" fmla="*/ 60733 h 121454"/>
                <a:gd name="connsiteX17" fmla="*/ 50601 w 65792"/>
                <a:gd name="connsiteY17" fmla="*/ 10131 h 121454"/>
                <a:gd name="connsiteX18" fmla="*/ 53412 w 65792"/>
                <a:gd name="connsiteY18" fmla="*/ 10984 h 121454"/>
                <a:gd name="connsiteX19" fmla="*/ 55276 w 65792"/>
                <a:gd name="connsiteY19" fmla="*/ 13255 h 121454"/>
                <a:gd name="connsiteX20" fmla="*/ 55564 w 65792"/>
                <a:gd name="connsiteY20" fmla="*/ 16179 h 121454"/>
                <a:gd name="connsiteX21" fmla="*/ 54179 w 65792"/>
                <a:gd name="connsiteY21" fmla="*/ 18769 h 121454"/>
                <a:gd name="connsiteX22" fmla="*/ 51588 w 65792"/>
                <a:gd name="connsiteY22" fmla="*/ 20154 h 121454"/>
                <a:gd name="connsiteX23" fmla="*/ 48664 w 65792"/>
                <a:gd name="connsiteY23" fmla="*/ 19867 h 121454"/>
                <a:gd name="connsiteX24" fmla="*/ 46393 w 65792"/>
                <a:gd name="connsiteY24" fmla="*/ 18003 h 121454"/>
                <a:gd name="connsiteX25" fmla="*/ 45541 w 65792"/>
                <a:gd name="connsiteY25" fmla="*/ 15192 h 121454"/>
                <a:gd name="connsiteX26" fmla="*/ 47025 w 65792"/>
                <a:gd name="connsiteY26" fmla="*/ 11615 h 121454"/>
                <a:gd name="connsiteX27" fmla="*/ 50601 w 65792"/>
                <a:gd name="connsiteY27" fmla="*/ 10131 h 121454"/>
                <a:gd name="connsiteX28" fmla="*/ 50601 w 65792"/>
                <a:gd name="connsiteY28" fmla="*/ 10131 h 12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" h="121454">
                  <a:moveTo>
                    <a:pt x="0" y="60733"/>
                  </a:moveTo>
                  <a:lnTo>
                    <a:pt x="0" y="121455"/>
                  </a:lnTo>
                  <a:lnTo>
                    <a:pt x="10119" y="121455"/>
                  </a:lnTo>
                  <a:lnTo>
                    <a:pt x="10119" y="62829"/>
                  </a:lnTo>
                  <a:lnTo>
                    <a:pt x="44060" y="28889"/>
                  </a:lnTo>
                  <a:cubicBezTo>
                    <a:pt x="47293" y="30433"/>
                    <a:pt x="50967" y="30784"/>
                    <a:pt x="54434" y="29882"/>
                  </a:cubicBezTo>
                  <a:cubicBezTo>
                    <a:pt x="57901" y="28979"/>
                    <a:pt x="60937" y="26879"/>
                    <a:pt x="63006" y="23955"/>
                  </a:cubicBezTo>
                  <a:cubicBezTo>
                    <a:pt x="65074" y="21030"/>
                    <a:pt x="66043" y="17467"/>
                    <a:pt x="65738" y="13897"/>
                  </a:cubicBezTo>
                  <a:cubicBezTo>
                    <a:pt x="65434" y="10328"/>
                    <a:pt x="63878" y="6981"/>
                    <a:pt x="61345" y="4448"/>
                  </a:cubicBezTo>
                  <a:cubicBezTo>
                    <a:pt x="58812" y="1914"/>
                    <a:pt x="55464" y="359"/>
                    <a:pt x="51895" y="55"/>
                  </a:cubicBezTo>
                  <a:cubicBezTo>
                    <a:pt x="48325" y="-249"/>
                    <a:pt x="44763" y="719"/>
                    <a:pt x="41839" y="2787"/>
                  </a:cubicBezTo>
                  <a:cubicBezTo>
                    <a:pt x="38913" y="4855"/>
                    <a:pt x="36814" y="7892"/>
                    <a:pt x="35911" y="11359"/>
                  </a:cubicBezTo>
                  <a:cubicBezTo>
                    <a:pt x="35008" y="14825"/>
                    <a:pt x="35360" y="18500"/>
                    <a:pt x="36905" y="21733"/>
                  </a:cubicBezTo>
                  <a:lnTo>
                    <a:pt x="1482" y="57155"/>
                  </a:lnTo>
                  <a:cubicBezTo>
                    <a:pt x="1012" y="57625"/>
                    <a:pt x="639" y="58183"/>
                    <a:pt x="385" y="58796"/>
                  </a:cubicBezTo>
                  <a:cubicBezTo>
                    <a:pt x="131" y="59411"/>
                    <a:pt x="-1" y="60069"/>
                    <a:pt x="0" y="60733"/>
                  </a:cubicBezTo>
                  <a:lnTo>
                    <a:pt x="0" y="60733"/>
                  </a:lnTo>
                  <a:close/>
                  <a:moveTo>
                    <a:pt x="50601" y="10131"/>
                  </a:moveTo>
                  <a:cubicBezTo>
                    <a:pt x="51602" y="10131"/>
                    <a:pt x="52580" y="10428"/>
                    <a:pt x="53412" y="10984"/>
                  </a:cubicBezTo>
                  <a:cubicBezTo>
                    <a:pt x="54245" y="11540"/>
                    <a:pt x="54894" y="12331"/>
                    <a:pt x="55276" y="13255"/>
                  </a:cubicBezTo>
                  <a:cubicBezTo>
                    <a:pt x="55659" y="14179"/>
                    <a:pt x="55759" y="15198"/>
                    <a:pt x="55564" y="16179"/>
                  </a:cubicBezTo>
                  <a:cubicBezTo>
                    <a:pt x="55369" y="17161"/>
                    <a:pt x="54887" y="18062"/>
                    <a:pt x="54179" y="18769"/>
                  </a:cubicBezTo>
                  <a:cubicBezTo>
                    <a:pt x="53471" y="19477"/>
                    <a:pt x="52569" y="19959"/>
                    <a:pt x="51588" y="20154"/>
                  </a:cubicBezTo>
                  <a:cubicBezTo>
                    <a:pt x="50606" y="20350"/>
                    <a:pt x="49589" y="20250"/>
                    <a:pt x="48664" y="19867"/>
                  </a:cubicBezTo>
                  <a:cubicBezTo>
                    <a:pt x="47740" y="19484"/>
                    <a:pt x="46950" y="18835"/>
                    <a:pt x="46393" y="18003"/>
                  </a:cubicBezTo>
                  <a:cubicBezTo>
                    <a:pt x="45838" y="17171"/>
                    <a:pt x="45541" y="16192"/>
                    <a:pt x="45541" y="15192"/>
                  </a:cubicBezTo>
                  <a:cubicBezTo>
                    <a:pt x="45543" y="13850"/>
                    <a:pt x="46076" y="12564"/>
                    <a:pt x="47025" y="11615"/>
                  </a:cubicBezTo>
                  <a:cubicBezTo>
                    <a:pt x="47974" y="10667"/>
                    <a:pt x="49260" y="10133"/>
                    <a:pt x="50601" y="10131"/>
                  </a:cubicBezTo>
                  <a:lnTo>
                    <a:pt x="50601" y="101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19C45DC-DFC1-6112-213F-E1E49BB7BE82}"/>
                </a:ext>
              </a:extLst>
            </p:cNvPr>
            <p:cNvSpPr/>
            <p:nvPr/>
          </p:nvSpPr>
          <p:spPr>
            <a:xfrm>
              <a:off x="11023348" y="5097569"/>
              <a:ext cx="55658" cy="80962"/>
            </a:xfrm>
            <a:custGeom>
              <a:avLst/>
              <a:gdLst>
                <a:gd name="connsiteX0" fmla="*/ 25300 w 55658"/>
                <a:gd name="connsiteY0" fmla="*/ 15181 h 80962"/>
                <a:gd name="connsiteX1" fmla="*/ 26784 w 55658"/>
                <a:gd name="connsiteY1" fmla="*/ 21722 h 80962"/>
                <a:gd name="connsiteX2" fmla="*/ 1482 w 55658"/>
                <a:gd name="connsiteY2" fmla="*/ 47024 h 80962"/>
                <a:gd name="connsiteX3" fmla="*/ 385 w 55658"/>
                <a:gd name="connsiteY3" fmla="*/ 48665 h 80962"/>
                <a:gd name="connsiteX4" fmla="*/ 0 w 55658"/>
                <a:gd name="connsiteY4" fmla="*/ 50602 h 80962"/>
                <a:gd name="connsiteX5" fmla="*/ 0 w 55658"/>
                <a:gd name="connsiteY5" fmla="*/ 80963 h 80962"/>
                <a:gd name="connsiteX6" fmla="*/ 10120 w 55658"/>
                <a:gd name="connsiteY6" fmla="*/ 80963 h 80962"/>
                <a:gd name="connsiteX7" fmla="*/ 10120 w 55658"/>
                <a:gd name="connsiteY7" fmla="*/ 52697 h 80962"/>
                <a:gd name="connsiteX8" fmla="*/ 33940 w 55658"/>
                <a:gd name="connsiteY8" fmla="*/ 28877 h 80962"/>
                <a:gd name="connsiteX9" fmla="*/ 43485 w 55658"/>
                <a:gd name="connsiteY9" fmla="*/ 30058 h 80962"/>
                <a:gd name="connsiteX10" fmla="*/ 51824 w 55658"/>
                <a:gd name="connsiteY10" fmla="*/ 25265 h 80962"/>
                <a:gd name="connsiteX11" fmla="*/ 55608 w 55658"/>
                <a:gd name="connsiteY11" fmla="*/ 16422 h 80962"/>
                <a:gd name="connsiteX12" fmla="*/ 53318 w 55658"/>
                <a:gd name="connsiteY12" fmla="*/ 7081 h 80962"/>
                <a:gd name="connsiteX13" fmla="*/ 45874 w 55658"/>
                <a:gd name="connsiteY13" fmla="*/ 991 h 80962"/>
                <a:gd name="connsiteX14" fmla="*/ 36265 w 55658"/>
                <a:gd name="connsiteY14" fmla="*/ 597 h 80962"/>
                <a:gd name="connsiteX15" fmla="*/ 28346 w 55658"/>
                <a:gd name="connsiteY15" fmla="*/ 6058 h 80962"/>
                <a:gd name="connsiteX16" fmla="*/ 25300 w 55658"/>
                <a:gd name="connsiteY16" fmla="*/ 15181 h 80962"/>
                <a:gd name="connsiteX17" fmla="*/ 40480 w 55658"/>
                <a:gd name="connsiteY17" fmla="*/ 10120 h 80962"/>
                <a:gd name="connsiteX18" fmla="*/ 43292 w 55658"/>
                <a:gd name="connsiteY18" fmla="*/ 10973 h 80962"/>
                <a:gd name="connsiteX19" fmla="*/ 45156 w 55658"/>
                <a:gd name="connsiteY19" fmla="*/ 13245 h 80962"/>
                <a:gd name="connsiteX20" fmla="*/ 45444 w 55658"/>
                <a:gd name="connsiteY20" fmla="*/ 16168 h 80962"/>
                <a:gd name="connsiteX21" fmla="*/ 44059 w 55658"/>
                <a:gd name="connsiteY21" fmla="*/ 18759 h 80962"/>
                <a:gd name="connsiteX22" fmla="*/ 41468 w 55658"/>
                <a:gd name="connsiteY22" fmla="*/ 20143 h 80962"/>
                <a:gd name="connsiteX23" fmla="*/ 38544 w 55658"/>
                <a:gd name="connsiteY23" fmla="*/ 19856 h 80962"/>
                <a:gd name="connsiteX24" fmla="*/ 36273 w 55658"/>
                <a:gd name="connsiteY24" fmla="*/ 17992 h 80962"/>
                <a:gd name="connsiteX25" fmla="*/ 35421 w 55658"/>
                <a:gd name="connsiteY25" fmla="*/ 15181 h 80962"/>
                <a:gd name="connsiteX26" fmla="*/ 36905 w 55658"/>
                <a:gd name="connsiteY26" fmla="*/ 11604 h 80962"/>
                <a:gd name="connsiteX27" fmla="*/ 40480 w 55658"/>
                <a:gd name="connsiteY27" fmla="*/ 10120 h 80962"/>
                <a:gd name="connsiteX28" fmla="*/ 40480 w 55658"/>
                <a:gd name="connsiteY28" fmla="*/ 1012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658" h="80962">
                  <a:moveTo>
                    <a:pt x="25300" y="15181"/>
                  </a:moveTo>
                  <a:cubicBezTo>
                    <a:pt x="25297" y="17444"/>
                    <a:pt x="25805" y="19680"/>
                    <a:pt x="26784" y="21722"/>
                  </a:cubicBezTo>
                  <a:lnTo>
                    <a:pt x="1482" y="47024"/>
                  </a:lnTo>
                  <a:cubicBezTo>
                    <a:pt x="1012" y="47494"/>
                    <a:pt x="639" y="48051"/>
                    <a:pt x="385" y="48665"/>
                  </a:cubicBezTo>
                  <a:cubicBezTo>
                    <a:pt x="130" y="49280"/>
                    <a:pt x="-1" y="49937"/>
                    <a:pt x="0" y="50602"/>
                  </a:cubicBezTo>
                  <a:lnTo>
                    <a:pt x="0" y="80963"/>
                  </a:lnTo>
                  <a:lnTo>
                    <a:pt x="10120" y="80963"/>
                  </a:lnTo>
                  <a:lnTo>
                    <a:pt x="10120" y="52697"/>
                  </a:lnTo>
                  <a:lnTo>
                    <a:pt x="33940" y="28877"/>
                  </a:lnTo>
                  <a:cubicBezTo>
                    <a:pt x="36909" y="30295"/>
                    <a:pt x="40259" y="30710"/>
                    <a:pt x="43485" y="30058"/>
                  </a:cubicBezTo>
                  <a:cubicBezTo>
                    <a:pt x="46711" y="29407"/>
                    <a:pt x="49638" y="27724"/>
                    <a:pt x="51824" y="25265"/>
                  </a:cubicBezTo>
                  <a:cubicBezTo>
                    <a:pt x="54011" y="22806"/>
                    <a:pt x="55338" y="19702"/>
                    <a:pt x="55608" y="16422"/>
                  </a:cubicBezTo>
                  <a:cubicBezTo>
                    <a:pt x="55877" y="13143"/>
                    <a:pt x="55074" y="9864"/>
                    <a:pt x="53318" y="7081"/>
                  </a:cubicBezTo>
                  <a:cubicBezTo>
                    <a:pt x="51563" y="4298"/>
                    <a:pt x="48950" y="2160"/>
                    <a:pt x="45874" y="991"/>
                  </a:cubicBezTo>
                  <a:cubicBezTo>
                    <a:pt x="42798" y="-178"/>
                    <a:pt x="39425" y="-317"/>
                    <a:pt x="36265" y="597"/>
                  </a:cubicBezTo>
                  <a:cubicBezTo>
                    <a:pt x="33103" y="1511"/>
                    <a:pt x="30324" y="3427"/>
                    <a:pt x="28346" y="6058"/>
                  </a:cubicBezTo>
                  <a:cubicBezTo>
                    <a:pt x="26369" y="8688"/>
                    <a:pt x="25300" y="11890"/>
                    <a:pt x="25300" y="15181"/>
                  </a:cubicBezTo>
                  <a:close/>
                  <a:moveTo>
                    <a:pt x="40480" y="10120"/>
                  </a:moveTo>
                  <a:cubicBezTo>
                    <a:pt x="41481" y="10120"/>
                    <a:pt x="42460" y="10418"/>
                    <a:pt x="43292" y="10973"/>
                  </a:cubicBezTo>
                  <a:cubicBezTo>
                    <a:pt x="44125" y="11529"/>
                    <a:pt x="44773" y="12320"/>
                    <a:pt x="45156" y="13245"/>
                  </a:cubicBezTo>
                  <a:cubicBezTo>
                    <a:pt x="45539" y="14168"/>
                    <a:pt x="45639" y="15186"/>
                    <a:pt x="45444" y="16168"/>
                  </a:cubicBezTo>
                  <a:cubicBezTo>
                    <a:pt x="45249" y="17149"/>
                    <a:pt x="44767" y="18051"/>
                    <a:pt x="44059" y="18759"/>
                  </a:cubicBezTo>
                  <a:cubicBezTo>
                    <a:pt x="43351" y="19466"/>
                    <a:pt x="42449" y="19948"/>
                    <a:pt x="41468" y="20143"/>
                  </a:cubicBezTo>
                  <a:cubicBezTo>
                    <a:pt x="40486" y="20339"/>
                    <a:pt x="39469" y="20239"/>
                    <a:pt x="38544" y="19856"/>
                  </a:cubicBezTo>
                  <a:cubicBezTo>
                    <a:pt x="37620" y="19473"/>
                    <a:pt x="36829" y="18824"/>
                    <a:pt x="36273" y="17992"/>
                  </a:cubicBezTo>
                  <a:cubicBezTo>
                    <a:pt x="35718" y="17159"/>
                    <a:pt x="35421" y="16181"/>
                    <a:pt x="35421" y="15181"/>
                  </a:cubicBezTo>
                  <a:cubicBezTo>
                    <a:pt x="35423" y="13839"/>
                    <a:pt x="35956" y="12553"/>
                    <a:pt x="36905" y="11604"/>
                  </a:cubicBezTo>
                  <a:cubicBezTo>
                    <a:pt x="37853" y="10656"/>
                    <a:pt x="39139" y="10122"/>
                    <a:pt x="40480" y="10120"/>
                  </a:cubicBezTo>
                  <a:lnTo>
                    <a:pt x="40480" y="10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B595EC6-D724-CA96-0924-2F2BF70124EE}"/>
                </a:ext>
              </a:extLst>
            </p:cNvPr>
            <p:cNvSpPr/>
            <p:nvPr/>
          </p:nvSpPr>
          <p:spPr>
            <a:xfrm>
              <a:off x="11045236" y="5148171"/>
              <a:ext cx="43888" cy="44217"/>
            </a:xfrm>
            <a:custGeom>
              <a:avLst/>
              <a:gdLst>
                <a:gd name="connsiteX0" fmla="*/ 13533 w 43888"/>
                <a:gd name="connsiteY0" fmla="*/ 15180 h 44217"/>
                <a:gd name="connsiteX1" fmla="*/ 15481 w 43888"/>
                <a:gd name="connsiteY1" fmla="*/ 22607 h 44217"/>
                <a:gd name="connsiteX2" fmla="*/ 0 w 43888"/>
                <a:gd name="connsiteY2" fmla="*/ 36745 h 44217"/>
                <a:gd name="connsiteX3" fmla="*/ 6826 w 43888"/>
                <a:gd name="connsiteY3" fmla="*/ 44218 h 44217"/>
                <a:gd name="connsiteX4" fmla="*/ 23156 w 43888"/>
                <a:gd name="connsiteY4" fmla="*/ 29303 h 44217"/>
                <a:gd name="connsiteX5" fmla="*/ 32631 w 43888"/>
                <a:gd name="connsiteY5" fmla="*/ 29841 h 44217"/>
                <a:gd name="connsiteX6" fmla="*/ 40573 w 43888"/>
                <a:gd name="connsiteY6" fmla="*/ 24647 h 44217"/>
                <a:gd name="connsiteX7" fmla="*/ 43878 w 43888"/>
                <a:gd name="connsiteY7" fmla="*/ 15752 h 44217"/>
                <a:gd name="connsiteX8" fmla="*/ 41254 w 43888"/>
                <a:gd name="connsiteY8" fmla="*/ 6631 h 44217"/>
                <a:gd name="connsiteX9" fmla="*/ 33726 w 43888"/>
                <a:gd name="connsiteY9" fmla="*/ 853 h 44217"/>
                <a:gd name="connsiteX10" fmla="*/ 24238 w 43888"/>
                <a:gd name="connsiteY10" fmla="*/ 674 h 44217"/>
                <a:gd name="connsiteX11" fmla="*/ 16498 w 43888"/>
                <a:gd name="connsiteY11" fmla="*/ 6166 h 44217"/>
                <a:gd name="connsiteX12" fmla="*/ 13533 w 43888"/>
                <a:gd name="connsiteY12" fmla="*/ 15180 h 44217"/>
                <a:gd name="connsiteX13" fmla="*/ 13533 w 43888"/>
                <a:gd name="connsiteY13" fmla="*/ 15180 h 44217"/>
                <a:gd name="connsiteX14" fmla="*/ 33774 w 43888"/>
                <a:gd name="connsiteY14" fmla="*/ 15180 h 44217"/>
                <a:gd name="connsiteX15" fmla="*/ 32921 w 43888"/>
                <a:gd name="connsiteY15" fmla="*/ 17992 h 44217"/>
                <a:gd name="connsiteX16" fmla="*/ 30650 w 43888"/>
                <a:gd name="connsiteY16" fmla="*/ 19856 h 44217"/>
                <a:gd name="connsiteX17" fmla="*/ 27726 w 43888"/>
                <a:gd name="connsiteY17" fmla="*/ 20144 h 44217"/>
                <a:gd name="connsiteX18" fmla="*/ 25136 w 43888"/>
                <a:gd name="connsiteY18" fmla="*/ 18759 h 44217"/>
                <a:gd name="connsiteX19" fmla="*/ 23751 w 43888"/>
                <a:gd name="connsiteY19" fmla="*/ 16168 h 44217"/>
                <a:gd name="connsiteX20" fmla="*/ 24038 w 43888"/>
                <a:gd name="connsiteY20" fmla="*/ 13244 h 44217"/>
                <a:gd name="connsiteX21" fmla="*/ 25902 w 43888"/>
                <a:gd name="connsiteY21" fmla="*/ 10973 h 44217"/>
                <a:gd name="connsiteX22" fmla="*/ 28714 w 43888"/>
                <a:gd name="connsiteY22" fmla="*/ 10120 h 44217"/>
                <a:gd name="connsiteX23" fmla="*/ 32290 w 43888"/>
                <a:gd name="connsiteY23" fmla="*/ 11604 h 44217"/>
                <a:gd name="connsiteX24" fmla="*/ 33774 w 43888"/>
                <a:gd name="connsiteY24" fmla="*/ 15180 h 44217"/>
                <a:gd name="connsiteX25" fmla="*/ 33774 w 43888"/>
                <a:gd name="connsiteY25" fmla="*/ 15180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88" h="44217">
                  <a:moveTo>
                    <a:pt x="13533" y="15180"/>
                  </a:moveTo>
                  <a:cubicBezTo>
                    <a:pt x="13531" y="17782"/>
                    <a:pt x="14202" y="20341"/>
                    <a:pt x="15481" y="22607"/>
                  </a:cubicBezTo>
                  <a:lnTo>
                    <a:pt x="0" y="36745"/>
                  </a:lnTo>
                  <a:lnTo>
                    <a:pt x="6826" y="44218"/>
                  </a:lnTo>
                  <a:lnTo>
                    <a:pt x="23156" y="29303"/>
                  </a:lnTo>
                  <a:cubicBezTo>
                    <a:pt x="26176" y="30491"/>
                    <a:pt x="29496" y="30679"/>
                    <a:pt x="32631" y="29841"/>
                  </a:cubicBezTo>
                  <a:cubicBezTo>
                    <a:pt x="35765" y="29003"/>
                    <a:pt x="38549" y="27182"/>
                    <a:pt x="40573" y="24647"/>
                  </a:cubicBezTo>
                  <a:cubicBezTo>
                    <a:pt x="42597" y="22111"/>
                    <a:pt x="43756" y="18994"/>
                    <a:pt x="43878" y="15752"/>
                  </a:cubicBezTo>
                  <a:cubicBezTo>
                    <a:pt x="44001" y="12509"/>
                    <a:pt x="43081" y="9313"/>
                    <a:pt x="41254" y="6631"/>
                  </a:cubicBezTo>
                  <a:cubicBezTo>
                    <a:pt x="39427" y="3950"/>
                    <a:pt x="36788" y="1925"/>
                    <a:pt x="33726" y="853"/>
                  </a:cubicBezTo>
                  <a:cubicBezTo>
                    <a:pt x="30664" y="-220"/>
                    <a:pt x="27339" y="-282"/>
                    <a:pt x="24238" y="674"/>
                  </a:cubicBezTo>
                  <a:cubicBezTo>
                    <a:pt x="21138" y="1631"/>
                    <a:pt x="18425" y="3555"/>
                    <a:pt x="16498" y="6166"/>
                  </a:cubicBezTo>
                  <a:cubicBezTo>
                    <a:pt x="14572" y="8776"/>
                    <a:pt x="13532" y="11936"/>
                    <a:pt x="13533" y="15180"/>
                  </a:cubicBezTo>
                  <a:lnTo>
                    <a:pt x="13533" y="15180"/>
                  </a:lnTo>
                  <a:close/>
                  <a:moveTo>
                    <a:pt x="33774" y="15180"/>
                  </a:moveTo>
                  <a:cubicBezTo>
                    <a:pt x="33774" y="16181"/>
                    <a:pt x="33477" y="17159"/>
                    <a:pt x="32921" y="17992"/>
                  </a:cubicBezTo>
                  <a:cubicBezTo>
                    <a:pt x="32365" y="18824"/>
                    <a:pt x="31574" y="19473"/>
                    <a:pt x="30650" y="19856"/>
                  </a:cubicBezTo>
                  <a:cubicBezTo>
                    <a:pt x="29726" y="20239"/>
                    <a:pt x="28708" y="20339"/>
                    <a:pt x="27726" y="20144"/>
                  </a:cubicBezTo>
                  <a:cubicBezTo>
                    <a:pt x="26745" y="19948"/>
                    <a:pt x="25843" y="19466"/>
                    <a:pt x="25136" y="18759"/>
                  </a:cubicBezTo>
                  <a:cubicBezTo>
                    <a:pt x="24428" y="18051"/>
                    <a:pt x="23946" y="17149"/>
                    <a:pt x="23751" y="16168"/>
                  </a:cubicBezTo>
                  <a:cubicBezTo>
                    <a:pt x="23555" y="15186"/>
                    <a:pt x="23655" y="14168"/>
                    <a:pt x="24038" y="13244"/>
                  </a:cubicBezTo>
                  <a:cubicBezTo>
                    <a:pt x="24422" y="12320"/>
                    <a:pt x="25070" y="11529"/>
                    <a:pt x="25902" y="10973"/>
                  </a:cubicBezTo>
                  <a:cubicBezTo>
                    <a:pt x="26735" y="10418"/>
                    <a:pt x="27713" y="10120"/>
                    <a:pt x="28714" y="10120"/>
                  </a:cubicBezTo>
                  <a:cubicBezTo>
                    <a:pt x="30055" y="10122"/>
                    <a:pt x="31341" y="10656"/>
                    <a:pt x="32290" y="11604"/>
                  </a:cubicBezTo>
                  <a:cubicBezTo>
                    <a:pt x="33238" y="12553"/>
                    <a:pt x="33772" y="13839"/>
                    <a:pt x="33774" y="15180"/>
                  </a:cubicBezTo>
                  <a:lnTo>
                    <a:pt x="33774" y="151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4470083D-3E29-9443-694C-4EFEB53874C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55409" y="1989186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037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 Silicon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 Silicon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Post Silicon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&amp; Software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439234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08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740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931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944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81682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854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725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903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lnSpc>
                <a:spcPct val="150000"/>
              </a:lnSpc>
              <a:spcAft>
                <a:spcPts val="0"/>
              </a:spcAft>
              <a:defRPr sz="1600"/>
            </a:lvl2pPr>
            <a:lvl3pPr>
              <a:defRPr sz="1400"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600" dirty="0"/>
              <a:t>Click to edit Master text styles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400" dirty="0"/>
              <a:t>Click to edit master text styles</a:t>
            </a:r>
            <a:endParaRPr lang="en-US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327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08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</a:defRPr>
            </a:lvl2pPr>
            <a:lvl3pPr>
              <a:defRPr sz="1400"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06745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983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23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72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702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724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77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171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886544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101216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274676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489348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905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07201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7821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0060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5110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56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422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392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590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2339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9177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4178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4850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9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68273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417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 dirty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51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 dirty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49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 dirty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 dirty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47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807AB-5585-547D-9B64-41D1E5372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743" y="2174332"/>
            <a:ext cx="10509642" cy="1527429"/>
          </a:xfrm>
        </p:spPr>
        <p:txBody>
          <a:bodyPr>
            <a:noAutofit/>
          </a:bodyPr>
          <a:lstStyle/>
          <a:p>
            <a:r>
              <a:rPr lang="en-US" sz="2800" b="1" dirty="0"/>
              <a:t>10G Ethernet-to-LA1224 PCIe Datapath Driver Development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KYOCERA</a:t>
            </a:r>
            <a:r>
              <a:rPr lang="en-US" sz="3200" b="1" dirty="0">
                <a:latin typeface="Aptos" panose="020B0004020202020204" pitchFamily="34" charset="0"/>
              </a:rPr>
              <a:t> </a:t>
            </a:r>
            <a:br>
              <a:rPr lang="en-US" sz="4000" b="1">
                <a:latin typeface="Aptos" panose="020B0004020202020204" pitchFamily="34" charset="0"/>
              </a:rPr>
            </a:br>
            <a:r>
              <a:rPr lang="en-GB" sz="2400" b="1">
                <a:solidFill>
                  <a:srgbClr val="00B050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Weekly </a:t>
            </a:r>
            <a:r>
              <a:rPr lang="en-GB" sz="2400" b="1" dirty="0">
                <a:solidFill>
                  <a:srgbClr val="00B050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Report April 08, 2026</a:t>
            </a:r>
          </a:p>
          <a:p>
            <a:endParaRPr lang="en-GB" sz="2400" b="1" dirty="0">
              <a:solidFill>
                <a:srgbClr val="00B050"/>
              </a:solidFill>
              <a:latin typeface="Aptos" panose="020B0004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3803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4996-BF8F-92CE-1C7E-AE1A406F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C928A-BA31-F272-B56D-AFAC1A0781AF}"/>
              </a:ext>
            </a:extLst>
          </p:cNvPr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20578-B0A5-E2E8-3943-7F72719C220D}"/>
              </a:ext>
            </a:extLst>
          </p:cNvPr>
          <p:cNvSpPr txBox="1"/>
          <p:nvPr/>
        </p:nvSpPr>
        <p:spPr>
          <a:xfrm>
            <a:off x="365760" y="594360"/>
            <a:ext cx="23134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00000"/>
                </a:solidFill>
              </a:rPr>
              <a:t>Apr  |  </a:t>
            </a:r>
            <a:r>
              <a:rPr lang="en-US" sz="1600" b="1" dirty="0">
                <a:solidFill>
                  <a:srgbClr val="C00000"/>
                </a:solidFill>
              </a:rPr>
              <a:t>Project </a:t>
            </a:r>
            <a:r>
              <a:rPr sz="1600" b="1" dirty="0">
                <a:solidFill>
                  <a:srgbClr val="C00000"/>
                </a:solidFill>
              </a:rPr>
              <a:t>Week </a:t>
            </a:r>
            <a:r>
              <a:rPr lang="en-US" sz="1600" b="1" dirty="0">
                <a:solidFill>
                  <a:srgbClr val="C00000"/>
                </a:solidFill>
              </a:rPr>
              <a:t>02</a:t>
            </a:r>
            <a:endParaRPr sz="1600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F8C3F-9E7D-AC0B-5EA6-26F55ECFB63D}"/>
              </a:ext>
            </a:extLst>
          </p:cNvPr>
          <p:cNvSpPr txBox="1"/>
          <p:nvPr/>
        </p:nvSpPr>
        <p:spPr>
          <a:xfrm>
            <a:off x="365760" y="1234440"/>
            <a:ext cx="11430000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latin typeface="Aptos" panose="020B0004020202020204" pitchFamily="34" charset="0"/>
              </a:rPr>
              <a:t>Overall Summary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dirty="0">
                <a:latin typeface="Aptos" panose="020B0004020202020204" pitchFamily="34" charset="0"/>
              </a:rPr>
              <a:t>1.   Received LA1224-RDB eval board. Board boot, serial (LA1224) and SSH (LX2160A) access verified.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dirty="0">
                <a:latin typeface="Aptos" panose="020B0004020202020204" pitchFamily="34" charset="0"/>
              </a:rPr>
              <a:t>2.   FR2 analog loopback completed: 400 MHz OFDM TX (CORRECT), RX captured, SINAD measured (50.8 dB Ch5, 22.3 dB Ch4).</a:t>
            </a: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r>
              <a:rPr lang="en-IN" sz="1600" dirty="0">
                <a:latin typeface="Aptos" panose="020B0004020202020204" pitchFamily="34" charset="0"/>
              </a:rPr>
              <a:t>We were able to successfully generate and receive OFDM packets using the FR1/FR2 Test Tool. </a:t>
            </a: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r>
              <a:rPr lang="en-IN" sz="1600" dirty="0">
                <a:latin typeface="Aptos" panose="020B0004020202020204" pitchFamily="34" charset="0"/>
              </a:rPr>
              <a:t>Booted VSPA images (2T2R, 400 MHz, 1966 </a:t>
            </a:r>
            <a:r>
              <a:rPr lang="en-IN" sz="1600" dirty="0" err="1">
                <a:latin typeface="Aptos" panose="020B0004020202020204" pitchFamily="34" charset="0"/>
              </a:rPr>
              <a:t>Msps</a:t>
            </a:r>
            <a:r>
              <a:rPr lang="en-IN" sz="1600" dirty="0">
                <a:latin typeface="Aptos" panose="020B0004020202020204" pitchFamily="34" charset="0"/>
              </a:rPr>
              <a:t>) and started all HS DCS channels — both TX and RX running in FDD mode </a:t>
            </a: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r>
              <a:rPr lang="en-IN" sz="1600" dirty="0">
                <a:latin typeface="Aptos" panose="020B0004020202020204" pitchFamily="34" charset="0"/>
              </a:rPr>
              <a:t>Generated TM3.1 OFDM waveforms at 400 MHz bandwidth on HSDAC0 and HSDAC1 — TX data verified CORRECT on both channels </a:t>
            </a: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r>
              <a:rPr lang="en-IN" sz="1600" dirty="0">
                <a:latin typeface="Aptos" panose="020B0004020202020204" pitchFamily="34" charset="0"/>
              </a:rPr>
              <a:t>Captured RX data through SMA coaxial loopback (</a:t>
            </a:r>
            <a:r>
              <a:rPr lang="en-IN" sz="1600" dirty="0" err="1">
                <a:latin typeface="Aptos" panose="020B0004020202020204" pitchFamily="34" charset="0"/>
              </a:rPr>
              <a:t>DAC→cable→ADC</a:t>
            </a:r>
            <a:r>
              <a:rPr lang="en-IN" sz="1600" dirty="0">
                <a:latin typeface="Aptos" panose="020B0004020202020204" pitchFamily="34" charset="0"/>
              </a:rPr>
              <a:t>) on the FR2 breakout board </a:t>
            </a: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r>
              <a:rPr lang="en-IN" sz="1600" dirty="0">
                <a:latin typeface="Aptos" panose="020B0004020202020204" pitchFamily="34" charset="0"/>
              </a:rPr>
              <a:t>Measured SINAD at 400 MHz single tone:</a:t>
            </a:r>
          </a:p>
          <a:p>
            <a:pPr lvl="1"/>
            <a:r>
              <a:rPr lang="en-IN" sz="1600" dirty="0">
                <a:latin typeface="Aptos" panose="020B0004020202020204" pitchFamily="34" charset="0"/>
              </a:rPr>
              <a:t>50.8 dB on Channel 5</a:t>
            </a:r>
          </a:p>
          <a:p>
            <a:pPr lvl="1"/>
            <a:r>
              <a:rPr lang="en-IN" sz="1600" dirty="0">
                <a:latin typeface="Aptos" panose="020B0004020202020204" pitchFamily="34" charset="0"/>
              </a:rPr>
              <a:t>22.3 dB on Channel 4 .</a:t>
            </a:r>
          </a:p>
          <a:p>
            <a:r>
              <a:rPr lang="en-IN" sz="1600" dirty="0">
                <a:latin typeface="Aptos" panose="020B0004020202020204" pitchFamily="34" charset="0"/>
              </a:rPr>
              <a:t>8. The board, PCIe Gen3 x8 link, </a:t>
            </a:r>
            <a:r>
              <a:rPr lang="en-IN" sz="1600" dirty="0" err="1">
                <a:latin typeface="Aptos" panose="020B0004020202020204" pitchFamily="34" charset="0"/>
              </a:rPr>
              <a:t>yami</a:t>
            </a:r>
            <a:r>
              <a:rPr lang="en-IN" sz="1600" dirty="0">
                <a:latin typeface="Aptos" panose="020B0004020202020204" pitchFamily="34" charset="0"/>
              </a:rPr>
              <a:t> driver, IPC handshake, and all 8 VSPA cores are confirmed working. </a:t>
            </a:r>
          </a:p>
          <a:p>
            <a:r>
              <a:rPr lang="en-IN" sz="1600" dirty="0">
                <a:latin typeface="Aptos" panose="020B0004020202020204" pitchFamily="34" charset="0"/>
              </a:rPr>
              <a:t>9. Next week: 10G Ethernet </a:t>
            </a:r>
            <a:r>
              <a:rPr lang="en-IN" sz="1600" dirty="0" err="1">
                <a:latin typeface="Aptos" panose="020B0004020202020204" pitchFamily="34" charset="0"/>
              </a:rPr>
              <a:t>iperf</a:t>
            </a:r>
            <a:r>
              <a:rPr lang="en-IN" sz="1600" dirty="0">
                <a:latin typeface="Aptos" panose="020B0004020202020204" pitchFamily="34" charset="0"/>
              </a:rPr>
              <a:t> baseline, </a:t>
            </a:r>
            <a:r>
              <a:rPr lang="en-IN" sz="1600" dirty="0" err="1">
                <a:latin typeface="Aptos" panose="020B0004020202020204" pitchFamily="34" charset="0"/>
              </a:rPr>
              <a:t>dpdk</a:t>
            </a:r>
            <a:r>
              <a:rPr lang="en-IN" sz="1600" dirty="0">
                <a:latin typeface="Aptos" panose="020B0004020202020204" pitchFamily="34" charset="0"/>
              </a:rPr>
              <a:t>-test-</a:t>
            </a:r>
            <a:r>
              <a:rPr lang="en-IN" sz="1600" dirty="0" err="1">
                <a:latin typeface="Aptos" panose="020B0004020202020204" pitchFamily="34" charset="0"/>
              </a:rPr>
              <a:t>bbdev</a:t>
            </a:r>
            <a:r>
              <a:rPr lang="en-IN" sz="1600" dirty="0">
                <a:latin typeface="Aptos" panose="020B0004020202020204" pitchFamily="34" charset="0"/>
              </a:rPr>
              <a:t> LDPC loopback, PCIe IPC benchmark.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pPr marL="228600" indent="-228600">
              <a:spcBef>
                <a:spcPts val="200"/>
              </a:spcBef>
              <a:spcAft>
                <a:spcPts val="200"/>
              </a:spcAft>
              <a:buAutoNum type="arabicPeriod" startAt="3"/>
            </a:pPr>
            <a:endParaRPr sz="1600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46E06-5FF6-F58D-85BA-E460053EF496}"/>
              </a:ext>
            </a:extLst>
          </p:cNvPr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dirty="0" err="1">
                <a:solidFill>
                  <a:srgbClr val="808080"/>
                </a:solidFill>
              </a:rPr>
              <a:t>Tessolve</a:t>
            </a:r>
            <a:r>
              <a:rPr sz="800" i="1" dirty="0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427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20599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C00000"/>
                </a:solidFill>
              </a:rPr>
              <a:t>Apr  |  </a:t>
            </a:r>
            <a:r>
              <a:rPr lang="en-US" sz="1600" b="1" dirty="0">
                <a:solidFill>
                  <a:srgbClr val="C00000"/>
                </a:solidFill>
              </a:rPr>
              <a:t>Project </a:t>
            </a:r>
            <a:r>
              <a:rPr sz="1600" b="1" dirty="0">
                <a:solidFill>
                  <a:srgbClr val="C00000"/>
                </a:solidFill>
              </a:rPr>
              <a:t>Week </a:t>
            </a:r>
            <a:r>
              <a:rPr lang="en-US" sz="1600" b="1" dirty="0">
                <a:solidFill>
                  <a:srgbClr val="C00000"/>
                </a:solidFill>
              </a:rPr>
              <a:t>2</a:t>
            </a:r>
            <a:endParaRPr sz="1600" b="1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560" y="1133446"/>
            <a:ext cx="7248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WW 02</a:t>
            </a:r>
            <a:endParaRPr sz="12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473256"/>
              </p:ext>
            </p:extLst>
          </p:nvPr>
        </p:nvGraphicFramePr>
        <p:xfrm>
          <a:off x="381000" y="1590760"/>
          <a:ext cx="1143000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 b="0" dirty="0"/>
                        <a:t>Board Bring-Up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LX2160A + LA1224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Boot, SSH, 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 dirty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 dirty="0"/>
                        <a:t>6-Apr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 dirty="0"/>
                        <a:t>Linux 5.15 RT, PCIe x8, IPC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 b="0"/>
                        <a:t>FR2 Loopback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HS DCS / VSPA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OFDM TX/RX, SINAD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8-Apr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 dirty="0"/>
                        <a:t>SINAD: 50.8 dB (Ch5), 22.3 dB (Ch4)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2624032"/>
            <a:ext cx="7248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WW 03</a:t>
            </a:r>
            <a:endParaRPr sz="1200" b="1" dirty="0">
              <a:solidFill>
                <a:srgbClr val="C000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300912"/>
              </p:ext>
            </p:extLst>
          </p:nvPr>
        </p:nvGraphicFramePr>
        <p:xfrm>
          <a:off x="381000" y="3099109"/>
          <a:ext cx="114300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 b="0" dirty="0"/>
                        <a:t>10G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DPAA2 / WRIOP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iperf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13-Apr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 b="0"/>
                        <a:t>dpdk-test-bbdev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BBdev / la12xx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LDPC enc/dec loopback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/>
                        <a:t>15-Apr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850" b="0" dirty="0"/>
                        <a:t>IPC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BBdev 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PCIe throughput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50" b="0"/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15-Apr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72774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C00000"/>
                </a:solidFill>
              </a:rPr>
              <a:t>Backlog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88973"/>
              </p:ext>
            </p:extLst>
          </p:nvPr>
        </p:nvGraphicFramePr>
        <p:xfrm>
          <a:off x="381000" y="5207154"/>
          <a:ext cx="114300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9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-</a:t>
                      </a:r>
                      <a:endParaRPr sz="85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 dirty="0"/>
                        <a:t>No blockers.</a:t>
                      </a:r>
                      <a:endParaRPr sz="85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dirty="0" err="1">
                <a:solidFill>
                  <a:srgbClr val="808080"/>
                </a:solidFill>
              </a:rPr>
              <a:t>Tessolve</a:t>
            </a:r>
            <a:r>
              <a:rPr sz="800" i="1" dirty="0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AF46-D484-E547-235A-97F34E4F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E1BFBBF-3208-5D48-A140-086A8C6D947E}"/>
              </a:ext>
            </a:extLst>
          </p:cNvPr>
          <p:cNvGrpSpPr/>
          <p:nvPr/>
        </p:nvGrpSpPr>
        <p:grpSpPr>
          <a:xfrm>
            <a:off x="440371" y="4654875"/>
            <a:ext cx="1630133" cy="1476110"/>
            <a:chOff x="165025" y="4899984"/>
            <a:chExt cx="1630133" cy="1476110"/>
          </a:xfrm>
        </p:grpSpPr>
        <p:sp>
          <p:nvSpPr>
            <p:cNvPr id="7" name="Shape 32">
              <a:extLst>
                <a:ext uri="{FF2B5EF4-FFF2-40B4-BE49-F238E27FC236}">
                  <a16:creationId xmlns:a16="http://schemas.microsoft.com/office/drawing/2014/main" id="{543C2C48-786B-2962-E1E7-DF0B17703557}"/>
                </a:ext>
              </a:extLst>
            </p:cNvPr>
            <p:cNvSpPr/>
            <p:nvPr/>
          </p:nvSpPr>
          <p:spPr>
            <a:xfrm rot="10800000" flipV="1">
              <a:off x="282881" y="4899984"/>
              <a:ext cx="1280834" cy="1254450"/>
            </a:xfrm>
            <a:prstGeom prst="rect">
              <a:avLst/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33">
              <a:extLst>
                <a:ext uri="{FF2B5EF4-FFF2-40B4-BE49-F238E27FC236}">
                  <a16:creationId xmlns:a16="http://schemas.microsoft.com/office/drawing/2014/main" id="{D6CE8EF5-7FB4-99AD-9284-068F5F0E0D1D}"/>
                </a:ext>
              </a:extLst>
            </p:cNvPr>
            <p:cNvSpPr/>
            <p:nvPr/>
          </p:nvSpPr>
          <p:spPr>
            <a:xfrm rot="10800000" flipV="1">
              <a:off x="165025" y="4899984"/>
              <a:ext cx="1630133" cy="2409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77F00"/>
                  </a:solidFill>
                </a:rPr>
                <a:t>Performance Targets</a:t>
              </a:r>
              <a:endParaRPr lang="en-US" sz="1000" dirty="0"/>
            </a:p>
          </p:txBody>
        </p:sp>
        <p:sp>
          <p:nvSpPr>
            <p:cNvPr id="9" name="Text 34">
              <a:extLst>
                <a:ext uri="{FF2B5EF4-FFF2-40B4-BE49-F238E27FC236}">
                  <a16:creationId xmlns:a16="http://schemas.microsoft.com/office/drawing/2014/main" id="{CD0EB16A-BB5E-7D34-077D-F96D14C06EB8}"/>
                </a:ext>
              </a:extLst>
            </p:cNvPr>
            <p:cNvSpPr/>
            <p:nvPr/>
          </p:nvSpPr>
          <p:spPr>
            <a:xfrm rot="10800000" flipV="1">
              <a:off x="195488" y="5140914"/>
              <a:ext cx="1415658" cy="12351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212529"/>
                  </a:solidFill>
                </a:rPr>
                <a:t>• ≥ 8 Gbps throughput
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12529"/>
                  </a:solidFill>
                </a:rPr>
                <a:t>• &lt; 200 μs p99 latency
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212529"/>
                  </a:solidFill>
                </a:rPr>
                <a:t>• &lt; 0.001% loss
</a:t>
              </a:r>
              <a:endParaRPr lang="en-US" sz="900" dirty="0"/>
            </a:p>
            <a:p>
              <a:r>
                <a:rPr lang="en-US" sz="900" dirty="0"/>
                <a:t>• Variable bandwidth (100-720 MHz)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6E8997-9F04-B4E0-992D-9D35FBAF08A7}"/>
              </a:ext>
            </a:extLst>
          </p:cNvPr>
          <p:cNvGrpSpPr/>
          <p:nvPr/>
        </p:nvGrpSpPr>
        <p:grpSpPr>
          <a:xfrm>
            <a:off x="2070504" y="1027380"/>
            <a:ext cx="9213582" cy="5013048"/>
            <a:chOff x="777240" y="957345"/>
            <a:chExt cx="7680960" cy="415872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022C06-98BB-674A-8000-38E3CF7EA7B4}"/>
                </a:ext>
              </a:extLst>
            </p:cNvPr>
            <p:cNvGrpSpPr/>
            <p:nvPr/>
          </p:nvGrpSpPr>
          <p:grpSpPr>
            <a:xfrm>
              <a:off x="2834639" y="957345"/>
              <a:ext cx="3291840" cy="594360"/>
              <a:chOff x="182880" y="874885"/>
              <a:chExt cx="3291840" cy="594360"/>
            </a:xfrm>
          </p:grpSpPr>
          <p:sp>
            <p:nvSpPr>
              <p:cNvPr id="45" name="Shape 1">
                <a:extLst>
                  <a:ext uri="{FF2B5EF4-FFF2-40B4-BE49-F238E27FC236}">
                    <a16:creationId xmlns:a16="http://schemas.microsoft.com/office/drawing/2014/main" id="{7E28E2C2-3BB0-E501-E933-275E9FFD6E61}"/>
                  </a:ext>
                </a:extLst>
              </p:cNvPr>
              <p:cNvSpPr/>
              <p:nvPr/>
            </p:nvSpPr>
            <p:spPr>
              <a:xfrm>
                <a:off x="182880" y="874885"/>
                <a:ext cx="3291840" cy="594360"/>
              </a:xfrm>
              <a:prstGeom prst="rect">
                <a:avLst/>
              </a:prstGeom>
              <a:solidFill>
                <a:srgbClr val="F77F0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2">
                <a:extLst>
                  <a:ext uri="{FF2B5EF4-FFF2-40B4-BE49-F238E27FC236}">
                    <a16:creationId xmlns:a16="http://schemas.microsoft.com/office/drawing/2014/main" id="{42D49547-3F6F-AED0-50AA-7D75B24DD891}"/>
                  </a:ext>
                </a:extLst>
              </p:cNvPr>
              <p:cNvSpPr/>
              <p:nvPr/>
            </p:nvSpPr>
            <p:spPr>
              <a:xfrm>
                <a:off x="182880" y="975143"/>
                <a:ext cx="32918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FFFFF"/>
                    </a:solidFill>
                  </a:rPr>
                  <a:t>10G Ethernet Network</a:t>
                </a:r>
                <a:endParaRPr lang="en-US" sz="1500" dirty="0"/>
              </a:p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FFFFFF"/>
                    </a:solidFill>
                  </a:rPr>
                  <a:t>Upstream/Downstream Traffic</a:t>
                </a:r>
                <a:endParaRPr lang="en-US" sz="1500" dirty="0"/>
              </a:p>
            </p:txBody>
          </p:sp>
        </p:grp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1B665E8A-C0C6-4284-029C-A013FB9E9F39}"/>
                </a:ext>
              </a:extLst>
            </p:cNvPr>
            <p:cNvSpPr/>
            <p:nvPr/>
          </p:nvSpPr>
          <p:spPr>
            <a:xfrm>
              <a:off x="4983480" y="1709928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77F00"/>
                  </a:solidFill>
                </a:rPr>
                <a:t>RX</a:t>
              </a:r>
              <a:endParaRPr lang="en-US" sz="9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6157E834-63DF-FE04-533F-A097C5561A2F}"/>
                </a:ext>
              </a:extLst>
            </p:cNvPr>
            <p:cNvSpPr/>
            <p:nvPr/>
          </p:nvSpPr>
          <p:spPr>
            <a:xfrm>
              <a:off x="3977640" y="1709928"/>
              <a:ext cx="3657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0077B6"/>
                  </a:solidFill>
                </a:rPr>
                <a:t>TX</a:t>
              </a:r>
              <a:endParaRPr lang="en-US" sz="900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F8F2C25-8105-8763-CD47-3E1E7BF5EA5C}"/>
                </a:ext>
              </a:extLst>
            </p:cNvPr>
            <p:cNvSpPr/>
            <p:nvPr/>
          </p:nvSpPr>
          <p:spPr>
            <a:xfrm>
              <a:off x="777240" y="1990453"/>
              <a:ext cx="7680960" cy="141732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21252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B9BADDB3-9A1B-95F8-44FC-4757C1519CE0}"/>
                </a:ext>
              </a:extLst>
            </p:cNvPr>
            <p:cNvSpPr/>
            <p:nvPr/>
          </p:nvSpPr>
          <p:spPr>
            <a:xfrm>
              <a:off x="914400" y="2084832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212529"/>
                  </a:solidFill>
                </a:rPr>
                <a:t>LX2160A Host (Linux + DPDK Datapath)</a:t>
              </a:r>
              <a:endParaRPr lang="en-US" sz="1300" dirty="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A91E365C-4AB4-EA3F-B0C5-A2B124DEB78E}"/>
                </a:ext>
              </a:extLst>
            </p:cNvPr>
            <p:cNvSpPr/>
            <p:nvPr/>
          </p:nvSpPr>
          <p:spPr>
            <a:xfrm>
              <a:off x="914400" y="2423160"/>
              <a:ext cx="182880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A8E699F0-E9A2-25F6-5BE6-4D105F977B71}"/>
                </a:ext>
              </a:extLst>
            </p:cNvPr>
            <p:cNvSpPr/>
            <p:nvPr/>
          </p:nvSpPr>
          <p:spPr>
            <a:xfrm>
              <a:off x="914400" y="253288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WRIOP/DPAA2</a:t>
              </a:r>
              <a:endParaRPr lang="en-US" sz="1100" dirty="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A3FB1D45-8723-4F3A-77B8-82FC711F7E04}"/>
                </a:ext>
              </a:extLst>
            </p:cNvPr>
            <p:cNvSpPr/>
            <p:nvPr/>
          </p:nvSpPr>
          <p:spPr>
            <a:xfrm>
              <a:off x="2926080" y="2423160"/>
              <a:ext cx="128016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25DE330E-3BAA-E3E3-EBF0-264102856EC0}"/>
                </a:ext>
              </a:extLst>
            </p:cNvPr>
            <p:cNvSpPr/>
            <p:nvPr/>
          </p:nvSpPr>
          <p:spPr>
            <a:xfrm>
              <a:off x="2926080" y="2532888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QBMAN</a:t>
              </a:r>
              <a:endParaRPr lang="en-US" sz="1100" dirty="0"/>
            </a:p>
          </p:txBody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AAC88884-BAA9-C18E-595C-03C9A3E8400D}"/>
                </a:ext>
              </a:extLst>
            </p:cNvPr>
            <p:cNvSpPr/>
            <p:nvPr/>
          </p:nvSpPr>
          <p:spPr>
            <a:xfrm>
              <a:off x="4389120" y="2423160"/>
              <a:ext cx="155448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E29D90AD-A413-8C04-B125-4B9E36044760}"/>
                </a:ext>
              </a:extLst>
            </p:cNvPr>
            <p:cNvSpPr/>
            <p:nvPr/>
          </p:nvSpPr>
          <p:spPr>
            <a:xfrm>
              <a:off x="4389120" y="2532888"/>
              <a:ext cx="15544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DDR/Mempools</a:t>
              </a:r>
              <a:endParaRPr lang="en-US" sz="1100" dirty="0"/>
            </a:p>
          </p:txBody>
        </p:sp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DF05F42E-FC0F-D5AF-EF09-1A56E5754F69}"/>
                </a:ext>
              </a:extLst>
            </p:cNvPr>
            <p:cNvSpPr/>
            <p:nvPr/>
          </p:nvSpPr>
          <p:spPr>
            <a:xfrm>
              <a:off x="6126480" y="2423160"/>
              <a:ext cx="210312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76BA84A3-D4E0-FC83-E735-7F5D7A4A90F8}"/>
                </a:ext>
              </a:extLst>
            </p:cNvPr>
            <p:cNvSpPr/>
            <p:nvPr/>
          </p:nvSpPr>
          <p:spPr>
            <a:xfrm>
              <a:off x="6126480" y="2532888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CPU Cores</a:t>
              </a:r>
              <a:endParaRPr lang="en-US" sz="1100" dirty="0"/>
            </a:p>
          </p:txBody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6D70CF17-DF63-77ED-4267-47C4BE5AB51E}"/>
                </a:ext>
              </a:extLst>
            </p:cNvPr>
            <p:cNvSpPr/>
            <p:nvPr/>
          </p:nvSpPr>
          <p:spPr>
            <a:xfrm>
              <a:off x="902970" y="2934733"/>
              <a:ext cx="7315200" cy="365760"/>
            </a:xfrm>
            <a:prstGeom prst="rect">
              <a:avLst/>
            </a:prstGeom>
            <a:solidFill>
              <a:srgbClr val="F8F9FA"/>
            </a:solidFill>
            <a:ln w="19050">
              <a:solidFill>
                <a:srgbClr val="F77F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272E1CFE-0F94-DE2C-33A7-6B4CA4A70F2A}"/>
                </a:ext>
              </a:extLst>
            </p:cNvPr>
            <p:cNvSpPr/>
            <p:nvPr/>
          </p:nvSpPr>
          <p:spPr>
            <a:xfrm>
              <a:off x="1097280" y="2999232"/>
              <a:ext cx="6949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77F00"/>
                  </a:solidFill>
                </a:rPr>
                <a:t>bbdev: LDPC Enc/Dec • BG1/BG2 • z_c • Code Rate • RV • CRC • Bandwidth: 100-720 MHz</a:t>
              </a:r>
              <a:endParaRPr lang="en-US" sz="10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18DF61F-F6C4-53BA-56F0-4B92C37FD8D6}"/>
                </a:ext>
              </a:extLst>
            </p:cNvPr>
            <p:cNvSpPr/>
            <p:nvPr/>
          </p:nvSpPr>
          <p:spPr>
            <a:xfrm>
              <a:off x="4983480" y="3447288"/>
              <a:ext cx="8229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F77F00"/>
                  </a:solidFill>
                </a:rPr>
                <a:t>ops+DMA</a:t>
              </a:r>
              <a:endParaRPr lang="en-US" sz="800" dirty="0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7DF6DD65-79C7-6F8B-74E9-79C141A68841}"/>
                </a:ext>
              </a:extLst>
            </p:cNvPr>
            <p:cNvSpPr/>
            <p:nvPr/>
          </p:nvSpPr>
          <p:spPr>
            <a:xfrm>
              <a:off x="3611880" y="3447288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0077B6"/>
                  </a:solidFill>
                </a:rPr>
                <a:t>writeback</a:t>
              </a:r>
              <a:endParaRPr lang="en-US" sz="800" dirty="0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CC4F31A-36A7-5869-AF5B-923967247AB0}"/>
                </a:ext>
              </a:extLst>
            </p:cNvPr>
            <p:cNvSpPr/>
            <p:nvPr/>
          </p:nvSpPr>
          <p:spPr>
            <a:xfrm>
              <a:off x="3119035" y="3666990"/>
              <a:ext cx="2926080" cy="50292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18C38673-AC9C-5FB6-6E6D-DA909F4FE8E8}"/>
                </a:ext>
              </a:extLst>
            </p:cNvPr>
            <p:cNvSpPr/>
            <p:nvPr/>
          </p:nvSpPr>
          <p:spPr>
            <a:xfrm>
              <a:off x="3108960" y="3749040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PCIe Gen3 x8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FFFFFF"/>
                  </a:solidFill>
                </a:rPr>
                <a:t>~8 GB/s bandwidth</a:t>
              </a:r>
              <a:endParaRPr lang="en-US" sz="1300" dirty="0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91C2D747-282B-23BF-0961-66A505A55114}"/>
                </a:ext>
              </a:extLst>
            </p:cNvPr>
            <p:cNvSpPr/>
            <p:nvPr/>
          </p:nvSpPr>
          <p:spPr>
            <a:xfrm>
              <a:off x="4983480" y="4206240"/>
              <a:ext cx="10972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F77F00"/>
                  </a:solidFill>
                </a:rPr>
                <a:t>encode/decode</a:t>
              </a:r>
              <a:endParaRPr lang="en-US" sz="800" dirty="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8C1D4B03-5258-80B2-50ED-01A17461154F}"/>
                </a:ext>
              </a:extLst>
            </p:cNvPr>
            <p:cNvSpPr/>
            <p:nvPr/>
          </p:nvSpPr>
          <p:spPr>
            <a:xfrm>
              <a:off x="3703320" y="4226241"/>
              <a:ext cx="640080" cy="986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 dirty="0">
                  <a:solidFill>
                    <a:srgbClr val="0077B6"/>
                  </a:solidFill>
                </a:rPr>
                <a:t>results</a:t>
              </a:r>
              <a:endParaRPr lang="en-US" sz="800" dirty="0"/>
            </a:p>
          </p:txBody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19B13C71-FF26-4066-EEC3-C5065133287F}"/>
                </a:ext>
              </a:extLst>
            </p:cNvPr>
            <p:cNvSpPr/>
            <p:nvPr/>
          </p:nvSpPr>
          <p:spPr>
            <a:xfrm>
              <a:off x="1737360" y="4430268"/>
              <a:ext cx="5486400" cy="685800"/>
            </a:xfrm>
            <a:prstGeom prst="rect">
              <a:avLst/>
            </a:prstGeom>
            <a:solidFill>
              <a:srgbClr val="4950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8D05636C-6DFA-D3C6-A011-F14642E89018}"/>
                </a:ext>
              </a:extLst>
            </p:cNvPr>
            <p:cNvSpPr/>
            <p:nvPr/>
          </p:nvSpPr>
          <p:spPr>
            <a:xfrm>
              <a:off x="2011680" y="4526280"/>
              <a:ext cx="51206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LA1224 LDPC Accelerator (FECA)</a:t>
              </a:r>
              <a:endParaRPr lang="en-US" sz="1400" dirty="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ECEBCC5F-F5BE-0219-8133-109BF0DF0151}"/>
                </a:ext>
              </a:extLst>
            </p:cNvPr>
            <p:cNvSpPr/>
            <p:nvPr/>
          </p:nvSpPr>
          <p:spPr>
            <a:xfrm>
              <a:off x="2011680" y="4773168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F8F9FA"/>
                  </a:solidFill>
                </a:rPr>
                <a:t>Multi-queue encode/decode • CRC check • Variable bandwidth (100-720 MHz)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ABBC7D5-8713-5496-C733-248B84FE8D96}"/>
                </a:ext>
              </a:extLst>
            </p:cNvPr>
            <p:cNvGrpSpPr/>
            <p:nvPr/>
          </p:nvGrpSpPr>
          <p:grpSpPr>
            <a:xfrm>
              <a:off x="4470761" y="4165092"/>
              <a:ext cx="431078" cy="247378"/>
              <a:chOff x="4470761" y="4165092"/>
              <a:chExt cx="431078" cy="247378"/>
            </a:xfrm>
          </p:grpSpPr>
          <p:sp>
            <p:nvSpPr>
              <p:cNvPr id="43" name="Shape 27">
                <a:extLst>
                  <a:ext uri="{FF2B5EF4-FFF2-40B4-BE49-F238E27FC236}">
                    <a16:creationId xmlns:a16="http://schemas.microsoft.com/office/drawing/2014/main" id="{FDAF775B-97A0-3A05-B1F2-EC81CFE9D418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Shape 19">
                <a:extLst>
                  <a:ext uri="{FF2B5EF4-FFF2-40B4-BE49-F238E27FC236}">
                    <a16:creationId xmlns:a16="http://schemas.microsoft.com/office/drawing/2014/main" id="{B5001C3F-C5D1-EAB5-702D-A4B4D8887211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551A8B-4923-52D2-0668-AED57D0B72F6}"/>
                </a:ext>
              </a:extLst>
            </p:cNvPr>
            <p:cNvGrpSpPr/>
            <p:nvPr/>
          </p:nvGrpSpPr>
          <p:grpSpPr>
            <a:xfrm>
              <a:off x="4470761" y="3425570"/>
              <a:ext cx="431078" cy="225823"/>
              <a:chOff x="4470761" y="4165092"/>
              <a:chExt cx="431078" cy="247378"/>
            </a:xfrm>
          </p:grpSpPr>
          <p:sp>
            <p:nvSpPr>
              <p:cNvPr id="41" name="Shape 27">
                <a:extLst>
                  <a:ext uri="{FF2B5EF4-FFF2-40B4-BE49-F238E27FC236}">
                    <a16:creationId xmlns:a16="http://schemas.microsoft.com/office/drawing/2014/main" id="{49C68F00-686D-786F-2C1A-A6EAD6CB1FF9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Shape 19">
                <a:extLst>
                  <a:ext uri="{FF2B5EF4-FFF2-40B4-BE49-F238E27FC236}">
                    <a16:creationId xmlns:a16="http://schemas.microsoft.com/office/drawing/2014/main" id="{48A96018-C4D2-5758-E2A7-7ECDEFE371EA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A676A49-7CC3-1263-A261-7D15859EECC3}"/>
                </a:ext>
              </a:extLst>
            </p:cNvPr>
            <p:cNvGrpSpPr/>
            <p:nvPr/>
          </p:nvGrpSpPr>
          <p:grpSpPr>
            <a:xfrm>
              <a:off x="4465862" y="1651543"/>
              <a:ext cx="431078" cy="247378"/>
              <a:chOff x="4470761" y="4165092"/>
              <a:chExt cx="431078" cy="247378"/>
            </a:xfrm>
          </p:grpSpPr>
          <p:sp>
            <p:nvSpPr>
              <p:cNvPr id="39" name="Shape 27">
                <a:extLst>
                  <a:ext uri="{FF2B5EF4-FFF2-40B4-BE49-F238E27FC236}">
                    <a16:creationId xmlns:a16="http://schemas.microsoft.com/office/drawing/2014/main" id="{DBCE6112-7E0D-3A83-5DB2-625B3965B94E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Shape 19">
                <a:extLst>
                  <a:ext uri="{FF2B5EF4-FFF2-40B4-BE49-F238E27FC236}">
                    <a16:creationId xmlns:a16="http://schemas.microsoft.com/office/drawing/2014/main" id="{62224012-07B2-9FAB-FC3F-F573271DF2BE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" name="Text 0">
            <a:extLst>
              <a:ext uri="{FF2B5EF4-FFF2-40B4-BE49-F238E27FC236}">
                <a16:creationId xmlns:a16="http://schemas.microsoft.com/office/drawing/2014/main" id="{70209F71-9C31-952D-A13D-5524A40C8658}"/>
              </a:ext>
            </a:extLst>
          </p:cNvPr>
          <p:cNvSpPr/>
          <p:nvPr/>
        </p:nvSpPr>
        <p:spPr>
          <a:xfrm>
            <a:off x="502309" y="4037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2800" b="1" dirty="0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96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6117A-00C2-834C-6887-138A415C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sz="1200" dirty="0">
              <a:solidFill>
                <a:schemeClr val="accent6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22A1A-A9D7-87A4-8888-5569A79F3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A3318-8FA4-C12C-4770-0B1EF2993C02}"/>
              </a:ext>
            </a:extLst>
          </p:cNvPr>
          <p:cNvSpPr txBox="1"/>
          <p:nvPr/>
        </p:nvSpPr>
        <p:spPr>
          <a:xfrm>
            <a:off x="899449" y="4132912"/>
            <a:ext cx="2964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 Balan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parthiban.pavadaibalan@tessolve.com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463">
                  <a:lumMod val="75000"/>
                  <a:lumOff val="2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22475-24F8-96CF-DB0D-F00622344BA3}"/>
              </a:ext>
            </a:extLst>
          </p:cNvPr>
          <p:cNvSpPr txBox="1"/>
          <p:nvPr/>
        </p:nvSpPr>
        <p:spPr>
          <a:xfrm>
            <a:off x="899449" y="4791957"/>
            <a:ext cx="2834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+91 88847 34443</a:t>
            </a:r>
          </a:p>
        </p:txBody>
      </p:sp>
    </p:spTree>
    <p:extLst>
      <p:ext uri="{BB962C8B-B14F-4D97-AF65-F5344CB8AC3E}">
        <p14:creationId xmlns:p14="http://schemas.microsoft.com/office/powerpoint/2010/main" val="298554535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5432</TotalTime>
  <Words>508</Words>
  <Application>Microsoft Office PowerPoint</Application>
  <PresentationFormat>Widescreen</PresentationFormat>
  <Paragraphs>110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Aptos</vt:lpstr>
      <vt:lpstr>Arial</vt:lpstr>
      <vt:lpstr>Lato</vt:lpstr>
      <vt:lpstr>Lato Black</vt:lpstr>
      <vt:lpstr>Lato Sans</vt:lpstr>
      <vt:lpstr>Roboto</vt:lpstr>
      <vt:lpstr>Roboto Black</vt:lpstr>
      <vt:lpstr>2_Custom Design</vt:lpstr>
      <vt:lpstr>1_Custom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Parthiban Pavadai Balan</dc:creator>
  <cp:lastModifiedBy>Deepak Nagaraju</cp:lastModifiedBy>
  <cp:revision>149</cp:revision>
  <dcterms:created xsi:type="dcterms:W3CDTF">2025-01-16T08:46:12Z</dcterms:created>
  <dcterms:modified xsi:type="dcterms:W3CDTF">2026-04-08T16:26:35Z</dcterms:modified>
</cp:coreProperties>
</file>